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8da56d497418a" /><Relationship Type="http://schemas.openxmlformats.org/officeDocument/2006/relationships/extended-properties" Target="/docProps/app.xml" Id="Rf591d0885bcc4ce2" /><Relationship Type="http://schemas.openxmlformats.org/officeDocument/2006/relationships/officeDocument" Target="/ppt/presentation.xml" Id="R220e92acddf14f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3fca8486444f9"/>
  </p:sldMasterIdLst>
  <p:notesMasterIdLst>
    <p:notesMasterId xmlns:r="http://schemas.openxmlformats.org/officeDocument/2006/relationships" r:id="R250143fffa2e4d76"/>
  </p:notesMasterIdLst>
  <p:sldIdLst>
    <p:sldId xmlns:r="http://schemas.openxmlformats.org/officeDocument/2006/relationships" id="256" r:id="Raab5cc20cd3540e9"/>
    <p:sldId xmlns:r="http://schemas.openxmlformats.org/officeDocument/2006/relationships" id="257" r:id="R3d0788de369a4738"/>
    <p:sldId xmlns:r="http://schemas.openxmlformats.org/officeDocument/2006/relationships" id="258" r:id="Re227009ee3df4200"/>
    <p:sldId xmlns:r="http://schemas.openxmlformats.org/officeDocument/2006/relationships" id="259" r:id="R115c4fe1088b43b8"/>
    <p:sldId xmlns:r="http://schemas.openxmlformats.org/officeDocument/2006/relationships" id="260" r:id="Rfdb473071abb40a8"/>
    <p:sldId xmlns:r="http://schemas.openxmlformats.org/officeDocument/2006/relationships" id="261" r:id="R6251bfe16ff4454d"/>
    <p:sldId xmlns:r="http://schemas.openxmlformats.org/officeDocument/2006/relationships" id="262" r:id="Reb689dfb967143f7"/>
    <p:sldId xmlns:r="http://schemas.openxmlformats.org/officeDocument/2006/relationships" id="263" r:id="R6e9e433eba814e4d"/>
    <p:sldId xmlns:r="http://schemas.openxmlformats.org/officeDocument/2006/relationships" id="264" r:id="Rf84c04a648dc4d86"/>
    <p:sldId xmlns:r="http://schemas.openxmlformats.org/officeDocument/2006/relationships" id="265" r:id="Rd7f85e77bfba4dfb"/>
    <p:sldId xmlns:r="http://schemas.openxmlformats.org/officeDocument/2006/relationships" id="266" r:id="Rdef73846b1f44727"/>
    <p:sldId xmlns:r="http://schemas.openxmlformats.org/officeDocument/2006/relationships" id="267" r:id="R110518ee8f714c63"/>
    <p:sldId xmlns:r="http://schemas.openxmlformats.org/officeDocument/2006/relationships" id="268" r:id="R317be052bb5546ec"/>
    <p:sldId xmlns:r="http://schemas.openxmlformats.org/officeDocument/2006/relationships" id="269" r:id="R3627fa5b72c143a1"/>
    <p:sldId xmlns:r="http://schemas.openxmlformats.org/officeDocument/2006/relationships" id="270" r:id="R9d2a68904c2046e8"/>
    <p:sldId xmlns:r="http://schemas.openxmlformats.org/officeDocument/2006/relationships" id="271" r:id="R53f12af639c245c7"/>
    <p:sldId xmlns:r="http://schemas.openxmlformats.org/officeDocument/2006/relationships" id="272" r:id="Rb926160f291446ed"/>
    <p:sldId xmlns:r="http://schemas.openxmlformats.org/officeDocument/2006/relationships" id="273" r:id="Ra1a514a164ee4246"/>
    <p:sldId xmlns:r="http://schemas.openxmlformats.org/officeDocument/2006/relationships" id="274" r:id="Ra8d238fcc1af4207"/>
    <p:sldId xmlns:r="http://schemas.openxmlformats.org/officeDocument/2006/relationships" id="275" r:id="R362330f2de1b4ec6"/>
    <p:sldId xmlns:r="http://schemas.openxmlformats.org/officeDocument/2006/relationships" id="276" r:id="R065bf6fb644247c6"/>
    <p:sldId xmlns:r="http://schemas.openxmlformats.org/officeDocument/2006/relationships" id="277" r:id="R36bd5ca0bb54460a"/>
    <p:sldId xmlns:r="http://schemas.openxmlformats.org/officeDocument/2006/relationships" id="278" r:id="R95537e5235bf4175"/>
    <p:sldId xmlns:r="http://schemas.openxmlformats.org/officeDocument/2006/relationships" id="279" r:id="R96adb9c9c0624dda"/>
    <p:sldId xmlns:r="http://schemas.openxmlformats.org/officeDocument/2006/relationships" id="280" r:id="R9cb49eadca0a4e36"/>
    <p:sldId xmlns:r="http://schemas.openxmlformats.org/officeDocument/2006/relationships" id="281" r:id="R4787d314929341b8"/>
    <p:sldId xmlns:r="http://schemas.openxmlformats.org/officeDocument/2006/relationships" id="282" r:id="R1372c11c03d14e11"/>
    <p:sldId xmlns:r="http://schemas.openxmlformats.org/officeDocument/2006/relationships" id="283" r:id="R9201679016d74aee"/>
    <p:sldId xmlns:r="http://schemas.openxmlformats.org/officeDocument/2006/relationships" id="284" r:id="R4a4aafdb1b4d45aa"/>
    <p:sldId xmlns:r="http://schemas.openxmlformats.org/officeDocument/2006/relationships" id="285" r:id="R7ff5f32740ad4d26"/>
    <p:sldId xmlns:r="http://schemas.openxmlformats.org/officeDocument/2006/relationships" id="286" r:id="Re770e22f368b48b1"/>
    <p:sldId xmlns:r="http://schemas.openxmlformats.org/officeDocument/2006/relationships" id="287" r:id="Rd9721bf37d2549ec"/>
    <p:sldId xmlns:r="http://schemas.openxmlformats.org/officeDocument/2006/relationships" id="288" r:id="R4fca8f78f2354c77"/>
    <p:sldId xmlns:r="http://schemas.openxmlformats.org/officeDocument/2006/relationships" id="289" r:id="R4dcd6ebb1d514acc"/>
    <p:sldId xmlns:r="http://schemas.openxmlformats.org/officeDocument/2006/relationships" id="290" r:id="Re09fc28e7bd74dac"/>
    <p:sldId xmlns:r="http://schemas.openxmlformats.org/officeDocument/2006/relationships" id="291" r:id="Rf882a7bae2814956"/>
    <p:sldId xmlns:r="http://schemas.openxmlformats.org/officeDocument/2006/relationships" id="292" r:id="Re88cf0f8727f43b3"/>
    <p:sldId xmlns:r="http://schemas.openxmlformats.org/officeDocument/2006/relationships" id="293" r:id="Rfa73561d0a734a2f"/>
    <p:sldId xmlns:r="http://schemas.openxmlformats.org/officeDocument/2006/relationships" id="294" r:id="R005f1e3144014e41"/>
    <p:sldId xmlns:r="http://schemas.openxmlformats.org/officeDocument/2006/relationships" id="295" r:id="R687e668609d44ca1"/>
    <p:sldId xmlns:r="http://schemas.openxmlformats.org/officeDocument/2006/relationships" id="296" r:id="Rcd9390f65c6043cb"/>
    <p:sldId xmlns:r="http://schemas.openxmlformats.org/officeDocument/2006/relationships" id="297" r:id="R448d09b297bb4344"/>
    <p:sldId xmlns:r="http://schemas.openxmlformats.org/officeDocument/2006/relationships" id="298" r:id="R6337025a23704783"/>
    <p:sldId xmlns:r="http://schemas.openxmlformats.org/officeDocument/2006/relationships" id="299" r:id="R1499c5c6c32c4a35"/>
    <p:sldId xmlns:r="http://schemas.openxmlformats.org/officeDocument/2006/relationships" id="300" r:id="R3738bd46234b4f1e"/>
    <p:sldId xmlns:r="http://schemas.openxmlformats.org/officeDocument/2006/relationships" id="301" r:id="Rbefb8412701a462a"/>
    <p:sldId xmlns:r="http://schemas.openxmlformats.org/officeDocument/2006/relationships" id="302" r:id="Ra03f846fe2c34194"/>
    <p:sldId xmlns:r="http://schemas.openxmlformats.org/officeDocument/2006/relationships" id="303" r:id="Rde5ff0e1e5df4606"/>
    <p:sldId xmlns:r="http://schemas.openxmlformats.org/officeDocument/2006/relationships" id="304" r:id="R587eb73ebfd04cb5"/>
    <p:sldId xmlns:r="http://schemas.openxmlformats.org/officeDocument/2006/relationships" id="305" r:id="R53a397e6f0044044"/>
    <p:sldId xmlns:r="http://schemas.openxmlformats.org/officeDocument/2006/relationships" id="306" r:id="Rbbf215cecebd4b55"/>
    <p:sldId xmlns:r="http://schemas.openxmlformats.org/officeDocument/2006/relationships" id="307" r:id="R05e495db90264143"/>
    <p:sldId xmlns:r="http://schemas.openxmlformats.org/officeDocument/2006/relationships" id="308" r:id="R9668b044d8994dc0"/>
    <p:sldId xmlns:r="http://schemas.openxmlformats.org/officeDocument/2006/relationships" id="309" r:id="R8776f439571a4392"/>
    <p:sldId xmlns:r="http://schemas.openxmlformats.org/officeDocument/2006/relationships" id="310" r:id="R5c9dd6657f0544e9"/>
    <p:sldId xmlns:r="http://schemas.openxmlformats.org/officeDocument/2006/relationships" id="311" r:id="R77192db6f77a4f34"/>
    <p:sldId xmlns:r="http://schemas.openxmlformats.org/officeDocument/2006/relationships" id="312" r:id="Raa2a980daea54f35"/>
    <p:sldId xmlns:r="http://schemas.openxmlformats.org/officeDocument/2006/relationships" id="313" r:id="Ra71840fa4b6a433f"/>
    <p:sldId xmlns:r="http://schemas.openxmlformats.org/officeDocument/2006/relationships" id="314" r:id="R583eb93e13224edc"/>
    <p:sldId xmlns:r="http://schemas.openxmlformats.org/officeDocument/2006/relationships" id="315" r:id="R36a6eec3b2634d59"/>
    <p:sldId xmlns:r="http://schemas.openxmlformats.org/officeDocument/2006/relationships" id="316" r:id="Raa71ecdb69ad4892"/>
    <p:sldId xmlns:r="http://schemas.openxmlformats.org/officeDocument/2006/relationships" id="317" r:id="R1cc14cfbcddd4ef6"/>
    <p:sldId xmlns:r="http://schemas.openxmlformats.org/officeDocument/2006/relationships" id="318" r:id="R4aca9bc9048843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a266757f5d49f1" /><Relationship Type="http://schemas.openxmlformats.org/officeDocument/2006/relationships/slideMaster" Target="/ppt/slideMasters/slideMaster1.xml" Id="R5c23fca8486444f9" /><Relationship Type="http://schemas.openxmlformats.org/officeDocument/2006/relationships/notesMaster" Target="/ppt/notesMasters/notesMaster1.xml" Id="R250143fffa2e4d76" /><Relationship Type="http://schemas.openxmlformats.org/officeDocument/2006/relationships/presProps" Target="/ppt/presProps.xml" Id="Rdba627a143454358" /><Relationship Type="http://schemas.openxmlformats.org/officeDocument/2006/relationships/tableStyles" Target="/ppt/tableStyles.xml" Id="Ra8536b4068de4cf8" /><Relationship Type="http://schemas.openxmlformats.org/officeDocument/2006/relationships/slide" Target="/ppt/slides/slide1.xml" Id="Raab5cc20cd3540e9" /><Relationship Type="http://schemas.openxmlformats.org/officeDocument/2006/relationships/slide" Target="/ppt/slides/slide2.xml" Id="R3d0788de369a4738" /><Relationship Type="http://schemas.openxmlformats.org/officeDocument/2006/relationships/slide" Target="/ppt/slides/slide3.xml" Id="Re227009ee3df4200" /><Relationship Type="http://schemas.openxmlformats.org/officeDocument/2006/relationships/slide" Target="/ppt/slides/slide4.xml" Id="R115c4fe1088b43b8" /><Relationship Type="http://schemas.openxmlformats.org/officeDocument/2006/relationships/slide" Target="/ppt/slides/slide5.xml" Id="Rfdb473071abb40a8" /><Relationship Type="http://schemas.openxmlformats.org/officeDocument/2006/relationships/slide" Target="/ppt/slides/slide6.xml" Id="R6251bfe16ff4454d" /><Relationship Type="http://schemas.openxmlformats.org/officeDocument/2006/relationships/slide" Target="/ppt/slides/slide7.xml" Id="Reb689dfb967143f7" /><Relationship Type="http://schemas.openxmlformats.org/officeDocument/2006/relationships/slide" Target="/ppt/slides/slide8.xml" Id="R6e9e433eba814e4d" /><Relationship Type="http://schemas.openxmlformats.org/officeDocument/2006/relationships/slide" Target="/ppt/slides/slide9.xml" Id="Rf84c04a648dc4d86" /><Relationship Type="http://schemas.openxmlformats.org/officeDocument/2006/relationships/slide" Target="/ppt/slides/slide10.xml" Id="Rd7f85e77bfba4dfb" /><Relationship Type="http://schemas.openxmlformats.org/officeDocument/2006/relationships/slide" Target="/ppt/slides/slide11.xml" Id="Rdef73846b1f44727" /><Relationship Type="http://schemas.openxmlformats.org/officeDocument/2006/relationships/slide" Target="/ppt/slides/slide12.xml" Id="R110518ee8f714c63" /><Relationship Type="http://schemas.openxmlformats.org/officeDocument/2006/relationships/slide" Target="/ppt/slides/slide13.xml" Id="R317be052bb5546ec" /><Relationship Type="http://schemas.openxmlformats.org/officeDocument/2006/relationships/slide" Target="/ppt/slides/slide14.xml" Id="R3627fa5b72c143a1" /><Relationship Type="http://schemas.openxmlformats.org/officeDocument/2006/relationships/slide" Target="/ppt/slides/slide15.xml" Id="R9d2a68904c2046e8" /><Relationship Type="http://schemas.openxmlformats.org/officeDocument/2006/relationships/slide" Target="/ppt/slides/slide16.xml" Id="R53f12af639c245c7" /><Relationship Type="http://schemas.openxmlformats.org/officeDocument/2006/relationships/slide" Target="/ppt/slides/slide17.xml" Id="Rb926160f291446ed" /><Relationship Type="http://schemas.openxmlformats.org/officeDocument/2006/relationships/slide" Target="/ppt/slides/slide18.xml" Id="Ra1a514a164ee4246" /><Relationship Type="http://schemas.openxmlformats.org/officeDocument/2006/relationships/slide" Target="/ppt/slides/slide19.xml" Id="Ra8d238fcc1af4207" /><Relationship Type="http://schemas.openxmlformats.org/officeDocument/2006/relationships/slide" Target="/ppt/slides/slide20.xml" Id="R362330f2de1b4ec6" /><Relationship Type="http://schemas.openxmlformats.org/officeDocument/2006/relationships/slide" Target="/ppt/slides/slide21.xml" Id="R065bf6fb644247c6" /><Relationship Type="http://schemas.openxmlformats.org/officeDocument/2006/relationships/slide" Target="/ppt/slides/slide22.xml" Id="R36bd5ca0bb54460a" /><Relationship Type="http://schemas.openxmlformats.org/officeDocument/2006/relationships/slide" Target="/ppt/slides/slide23.xml" Id="R95537e5235bf4175" /><Relationship Type="http://schemas.openxmlformats.org/officeDocument/2006/relationships/slide" Target="/ppt/slides/slide24.xml" Id="R96adb9c9c0624dda" /><Relationship Type="http://schemas.openxmlformats.org/officeDocument/2006/relationships/slide" Target="/ppt/slides/slide25.xml" Id="R9cb49eadca0a4e36" /><Relationship Type="http://schemas.openxmlformats.org/officeDocument/2006/relationships/slide" Target="/ppt/slides/slide26.xml" Id="R4787d314929341b8" /><Relationship Type="http://schemas.openxmlformats.org/officeDocument/2006/relationships/slide" Target="/ppt/slides/slide27.xml" Id="R1372c11c03d14e11" /><Relationship Type="http://schemas.openxmlformats.org/officeDocument/2006/relationships/slide" Target="/ppt/slides/slide28.xml" Id="R9201679016d74aee" /><Relationship Type="http://schemas.openxmlformats.org/officeDocument/2006/relationships/slide" Target="/ppt/slides/slide29.xml" Id="R4a4aafdb1b4d45aa" /><Relationship Type="http://schemas.openxmlformats.org/officeDocument/2006/relationships/slide" Target="/ppt/slides/slide30.xml" Id="R7ff5f32740ad4d26" /><Relationship Type="http://schemas.openxmlformats.org/officeDocument/2006/relationships/slide" Target="/ppt/slides/slide31.xml" Id="Re770e22f368b48b1" /><Relationship Type="http://schemas.openxmlformats.org/officeDocument/2006/relationships/slide" Target="/ppt/slides/slide32.xml" Id="Rd9721bf37d2549ec" /><Relationship Type="http://schemas.openxmlformats.org/officeDocument/2006/relationships/slide" Target="/ppt/slides/slide33.xml" Id="R4fca8f78f2354c77" /><Relationship Type="http://schemas.openxmlformats.org/officeDocument/2006/relationships/slide" Target="/ppt/slides/slide34.xml" Id="R4dcd6ebb1d514acc" /><Relationship Type="http://schemas.openxmlformats.org/officeDocument/2006/relationships/slide" Target="/ppt/slides/slide35.xml" Id="Re09fc28e7bd74dac" /><Relationship Type="http://schemas.openxmlformats.org/officeDocument/2006/relationships/slide" Target="/ppt/slides/slide36.xml" Id="Rf882a7bae2814956" /><Relationship Type="http://schemas.openxmlformats.org/officeDocument/2006/relationships/slide" Target="/ppt/slides/slide37.xml" Id="Re88cf0f8727f43b3" /><Relationship Type="http://schemas.openxmlformats.org/officeDocument/2006/relationships/slide" Target="/ppt/slides/slide38.xml" Id="Rfa73561d0a734a2f" /><Relationship Type="http://schemas.openxmlformats.org/officeDocument/2006/relationships/slide" Target="/ppt/slides/slide39.xml" Id="R005f1e3144014e41" /><Relationship Type="http://schemas.openxmlformats.org/officeDocument/2006/relationships/slide" Target="/ppt/slides/slide40.xml" Id="R687e668609d44ca1" /><Relationship Type="http://schemas.openxmlformats.org/officeDocument/2006/relationships/slide" Target="/ppt/slides/slide41.xml" Id="Rcd9390f65c6043cb" /><Relationship Type="http://schemas.openxmlformats.org/officeDocument/2006/relationships/slide" Target="/ppt/slides/slide42.xml" Id="R448d09b297bb4344" /><Relationship Type="http://schemas.openxmlformats.org/officeDocument/2006/relationships/slide" Target="/ppt/slides/slide43.xml" Id="R6337025a23704783" /><Relationship Type="http://schemas.openxmlformats.org/officeDocument/2006/relationships/slide" Target="/ppt/slides/slide44.xml" Id="R1499c5c6c32c4a35" /><Relationship Type="http://schemas.openxmlformats.org/officeDocument/2006/relationships/slide" Target="/ppt/slides/slide45.xml" Id="R3738bd46234b4f1e" /><Relationship Type="http://schemas.openxmlformats.org/officeDocument/2006/relationships/slide" Target="/ppt/slides/slide46.xml" Id="Rbefb8412701a462a" /><Relationship Type="http://schemas.openxmlformats.org/officeDocument/2006/relationships/slide" Target="/ppt/slides/slide47.xml" Id="Ra03f846fe2c34194" /><Relationship Type="http://schemas.openxmlformats.org/officeDocument/2006/relationships/slide" Target="/ppt/slides/slide48.xml" Id="Rde5ff0e1e5df4606" /><Relationship Type="http://schemas.openxmlformats.org/officeDocument/2006/relationships/slide" Target="/ppt/slides/slide49.xml" Id="R587eb73ebfd04cb5" /><Relationship Type="http://schemas.openxmlformats.org/officeDocument/2006/relationships/slide" Target="/ppt/slides/slide50.xml" Id="R53a397e6f0044044" /><Relationship Type="http://schemas.openxmlformats.org/officeDocument/2006/relationships/slide" Target="/ppt/slides/slide51.xml" Id="Rbbf215cecebd4b55" /><Relationship Type="http://schemas.openxmlformats.org/officeDocument/2006/relationships/slide" Target="/ppt/slides/slide52.xml" Id="R05e495db90264143" /><Relationship Type="http://schemas.openxmlformats.org/officeDocument/2006/relationships/slide" Target="/ppt/slides/slide53.xml" Id="R9668b044d8994dc0" /><Relationship Type="http://schemas.openxmlformats.org/officeDocument/2006/relationships/slide" Target="/ppt/slides/slide54.xml" Id="R8776f439571a4392" /><Relationship Type="http://schemas.openxmlformats.org/officeDocument/2006/relationships/slide" Target="/ppt/slides/slide55.xml" Id="R5c9dd6657f0544e9" /><Relationship Type="http://schemas.openxmlformats.org/officeDocument/2006/relationships/slide" Target="/ppt/slides/slide56.xml" Id="R77192db6f77a4f34" /><Relationship Type="http://schemas.openxmlformats.org/officeDocument/2006/relationships/slide" Target="/ppt/slides/slide57.xml" Id="Raa2a980daea54f35" /><Relationship Type="http://schemas.openxmlformats.org/officeDocument/2006/relationships/slide" Target="/ppt/slides/slide58.xml" Id="Ra71840fa4b6a433f" /><Relationship Type="http://schemas.openxmlformats.org/officeDocument/2006/relationships/slide" Target="/ppt/slides/slide59.xml" Id="R583eb93e13224edc" /><Relationship Type="http://schemas.openxmlformats.org/officeDocument/2006/relationships/slide" Target="/ppt/slides/slide60.xml" Id="R36a6eec3b2634d59" /><Relationship Type="http://schemas.openxmlformats.org/officeDocument/2006/relationships/slide" Target="/ppt/slides/slide61.xml" Id="Raa71ecdb69ad4892" /><Relationship Type="http://schemas.openxmlformats.org/officeDocument/2006/relationships/slide" Target="/ppt/slides/slide62.xml" Id="R1cc14cfbcddd4ef6" /><Relationship Type="http://schemas.openxmlformats.org/officeDocument/2006/relationships/slide" Target="/ppt/slides/slide63.xml" Id="R4aca9bc90488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cb0060519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7628fcd3f0488f" /><Relationship Type="http://schemas.openxmlformats.org/officeDocument/2006/relationships/notesMaster" Target="/ppt/notesMasters/notesMaster1.xml" Id="R1ddd21d5450d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9cdae3fd84aa4" /><Relationship Type="http://schemas.openxmlformats.org/officeDocument/2006/relationships/notesMaster" Target="/ppt/notesMasters/notesMaster1.xml" Id="R550d5366d8c0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6f451340f4df8" /><Relationship Type="http://schemas.openxmlformats.org/officeDocument/2006/relationships/notesMaster" Target="/ppt/notesMasters/notesMaster1.xml" Id="Rcef82be0995a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bc2e2825e4754" /><Relationship Type="http://schemas.openxmlformats.org/officeDocument/2006/relationships/notesMaster" Target="/ppt/notesMasters/notesMaster1.xml" Id="Rf8b25db5d6a743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db7255601e409f" /><Relationship Type="http://schemas.openxmlformats.org/officeDocument/2006/relationships/notesMaster" Target="/ppt/notesMasters/notesMaster1.xml" Id="R3b96d912d803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dd2ac93074e4f" /><Relationship Type="http://schemas.openxmlformats.org/officeDocument/2006/relationships/notesMaster" Target="/ppt/notesMasters/notesMaster1.xml" Id="R246e948e23dd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e21025a0124fb9" /><Relationship Type="http://schemas.openxmlformats.org/officeDocument/2006/relationships/notesMaster" Target="/ppt/notesMasters/notesMaster1.xml" Id="Ree07585a3a9c4e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dbda0b44b240cf" /><Relationship Type="http://schemas.openxmlformats.org/officeDocument/2006/relationships/notesMaster" Target="/ppt/notesMasters/notesMaster1.xml" Id="Rfe08fd691b5144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9feaf02a34ec8" /><Relationship Type="http://schemas.openxmlformats.org/officeDocument/2006/relationships/notesMaster" Target="/ppt/notesMasters/notesMaster1.xml" Id="Reebaf22b470b4b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be3c605e148a7" /><Relationship Type="http://schemas.openxmlformats.org/officeDocument/2006/relationships/notesMaster" Target="/ppt/notesMasters/notesMaster1.xml" Id="R557c8a188e9d41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693587998c42fd" /><Relationship Type="http://schemas.openxmlformats.org/officeDocument/2006/relationships/notesMaster" Target="/ppt/notesMasters/notesMaster1.xml" Id="Rab8f2c1330bf4f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c1fd8a6bfe4017" /><Relationship Type="http://schemas.openxmlformats.org/officeDocument/2006/relationships/notesMaster" Target="/ppt/notesMasters/notesMaster1.xml" Id="R0e1ae81b72dc4d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e241ad785c41f6" /><Relationship Type="http://schemas.openxmlformats.org/officeDocument/2006/relationships/notesMaster" Target="/ppt/notesMasters/notesMaster1.xml" Id="Ra924bd0e56044b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50efae35ff4986" /><Relationship Type="http://schemas.openxmlformats.org/officeDocument/2006/relationships/notesMaster" Target="/ppt/notesMasters/notesMaster1.xml" Id="R11eaef35aae34d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abf9e23cdc415e" /><Relationship Type="http://schemas.openxmlformats.org/officeDocument/2006/relationships/notesMaster" Target="/ppt/notesMasters/notesMaster1.xml" Id="R717a920c8ade42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163099089c416c" /><Relationship Type="http://schemas.openxmlformats.org/officeDocument/2006/relationships/notesMaster" Target="/ppt/notesMasters/notesMaster1.xml" Id="R42d85640843e41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96f5b08aa94063" /><Relationship Type="http://schemas.openxmlformats.org/officeDocument/2006/relationships/notesMaster" Target="/ppt/notesMasters/notesMaster1.xml" Id="R3c45a5e05de74b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7d8dfafaaa4bc9" /><Relationship Type="http://schemas.openxmlformats.org/officeDocument/2006/relationships/notesMaster" Target="/ppt/notesMasters/notesMaster1.xml" Id="R3e5ed3bf28034f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0f220037e242a2" /><Relationship Type="http://schemas.openxmlformats.org/officeDocument/2006/relationships/notesMaster" Target="/ppt/notesMasters/notesMaster1.xml" Id="R482f6029854b46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cea6af92be450d" /><Relationship Type="http://schemas.openxmlformats.org/officeDocument/2006/relationships/notesMaster" Target="/ppt/notesMasters/notesMaster1.xml" Id="R8e699f2087d2410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7ffaf309c940be" /><Relationship Type="http://schemas.openxmlformats.org/officeDocument/2006/relationships/notesMaster" Target="/ppt/notesMasters/notesMaster1.xml" Id="R9a536e95cebe4f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cff3e56e81487e" /><Relationship Type="http://schemas.openxmlformats.org/officeDocument/2006/relationships/notesMaster" Target="/ppt/notesMasters/notesMaster1.xml" Id="R981fb08b6f0748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a2b30fb92644bc" /><Relationship Type="http://schemas.openxmlformats.org/officeDocument/2006/relationships/notesMaster" Target="/ppt/notesMasters/notesMaster1.xml" Id="R87010767d02747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0839f0b87d41a1" /><Relationship Type="http://schemas.openxmlformats.org/officeDocument/2006/relationships/notesMaster" Target="/ppt/notesMasters/notesMaster1.xml" Id="R366e49beff4247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05b45f01534b17" /><Relationship Type="http://schemas.openxmlformats.org/officeDocument/2006/relationships/notesMaster" Target="/ppt/notesMasters/notesMaster1.xml" Id="R36daf99a9c2747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84ec46f0524a6b" /><Relationship Type="http://schemas.openxmlformats.org/officeDocument/2006/relationships/notesMaster" Target="/ppt/notesMasters/notesMaster1.xml" Id="R1b8ac0a3f46747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cf803fc4a64849" /><Relationship Type="http://schemas.openxmlformats.org/officeDocument/2006/relationships/notesMaster" Target="/ppt/notesMasters/notesMaster1.xml" Id="R559796da91504e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5036fef06744c2" /><Relationship Type="http://schemas.openxmlformats.org/officeDocument/2006/relationships/notesMaster" Target="/ppt/notesMasters/notesMaster1.xml" Id="Rd034159c425946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15254eecf54a4e" /><Relationship Type="http://schemas.openxmlformats.org/officeDocument/2006/relationships/notesMaster" Target="/ppt/notesMasters/notesMaster1.xml" Id="Rbb4b5fa72a7449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1eee699caab41af" /><Relationship Type="http://schemas.openxmlformats.org/officeDocument/2006/relationships/notesMaster" Target="/ppt/notesMasters/notesMaster1.xml" Id="Ra11d67965e5a4fa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fada45ed8f4ff1" /><Relationship Type="http://schemas.openxmlformats.org/officeDocument/2006/relationships/notesMaster" Target="/ppt/notesMasters/notesMaster1.xml" Id="R5063d658021a4c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260ebbc09b4fad" /><Relationship Type="http://schemas.openxmlformats.org/officeDocument/2006/relationships/notesMaster" Target="/ppt/notesMasters/notesMaster1.xml" Id="Rd2a5c0c558564e9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2a9e47c13c4fff" /><Relationship Type="http://schemas.openxmlformats.org/officeDocument/2006/relationships/notesMaster" Target="/ppt/notesMasters/notesMaster1.xml" Id="R55a8a00c8e1f471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045af866f54244" /><Relationship Type="http://schemas.openxmlformats.org/officeDocument/2006/relationships/notesMaster" Target="/ppt/notesMasters/notesMaster1.xml" Id="Raf558901cf5743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e7b370d344a491b" /><Relationship Type="http://schemas.openxmlformats.org/officeDocument/2006/relationships/notesMaster" Target="/ppt/notesMasters/notesMaster1.xml" Id="R5ccd85c4950349f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e259aaa7fe64aa8" /><Relationship Type="http://schemas.openxmlformats.org/officeDocument/2006/relationships/notesMaster" Target="/ppt/notesMasters/notesMaster1.xml" Id="R33b6528765c148e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0b3f3cb8804038" /><Relationship Type="http://schemas.openxmlformats.org/officeDocument/2006/relationships/notesMaster" Target="/ppt/notesMasters/notesMaster1.xml" Id="Rbd72a8a574694f0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de4d4710e9349ab" /><Relationship Type="http://schemas.openxmlformats.org/officeDocument/2006/relationships/notesMaster" Target="/ppt/notesMasters/notesMaster1.xml" Id="Ra3d4e5b9e81545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88c60052680423c" /><Relationship Type="http://schemas.openxmlformats.org/officeDocument/2006/relationships/notesMaster" Target="/ppt/notesMasters/notesMaster1.xml" Id="R0bb7024e40a54a2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41224363b024d1e" /><Relationship Type="http://schemas.openxmlformats.org/officeDocument/2006/relationships/notesMaster" Target="/ppt/notesMasters/notesMaster1.xml" Id="R2d6a798eb5be451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18939197f034817" /><Relationship Type="http://schemas.openxmlformats.org/officeDocument/2006/relationships/notesMaster" Target="/ppt/notesMasters/notesMaster1.xml" Id="Re7132414e14145f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fecb5643ac44b4a" /><Relationship Type="http://schemas.openxmlformats.org/officeDocument/2006/relationships/notesMaster" Target="/ppt/notesMasters/notesMaster1.xml" Id="R2f1c7dd55b154a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cabaa0a33f4ca5" /><Relationship Type="http://schemas.openxmlformats.org/officeDocument/2006/relationships/notesMaster" Target="/ppt/notesMasters/notesMaster1.xml" Id="R79003da62b8c485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8028a65e2804e5c" /><Relationship Type="http://schemas.openxmlformats.org/officeDocument/2006/relationships/notesMaster" Target="/ppt/notesMasters/notesMaster1.xml" Id="R392b08c5e570474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33a508664814d03" /><Relationship Type="http://schemas.openxmlformats.org/officeDocument/2006/relationships/notesMaster" Target="/ppt/notesMasters/notesMaster1.xml" Id="Rb76d1085bfd9466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878b04637e84aba" /><Relationship Type="http://schemas.openxmlformats.org/officeDocument/2006/relationships/notesMaster" Target="/ppt/notesMasters/notesMaster1.xml" Id="R0d3297f6ac894e2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918ea37b1dd4e29" /><Relationship Type="http://schemas.openxmlformats.org/officeDocument/2006/relationships/notesMaster" Target="/ppt/notesMasters/notesMaster1.xml" Id="R0169c73bfc96443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981406a91174487" /><Relationship Type="http://schemas.openxmlformats.org/officeDocument/2006/relationships/notesMaster" Target="/ppt/notesMasters/notesMaster1.xml" Id="Re1c08636a2ce4c9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044be3c116f4401" /><Relationship Type="http://schemas.openxmlformats.org/officeDocument/2006/relationships/notesMaster" Target="/ppt/notesMasters/notesMaster1.xml" Id="R635e3b6aee1c478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a91e524f42442fb" /><Relationship Type="http://schemas.openxmlformats.org/officeDocument/2006/relationships/notesMaster" Target="/ppt/notesMasters/notesMaster1.xml" Id="Rcba67e861aaa4a4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181377855664920" /><Relationship Type="http://schemas.openxmlformats.org/officeDocument/2006/relationships/notesMaster" Target="/ppt/notesMasters/notesMaster1.xml" Id="Rf58898a2a45a4d8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39fa5b2a09c46aa" /><Relationship Type="http://schemas.openxmlformats.org/officeDocument/2006/relationships/notesMaster" Target="/ppt/notesMasters/notesMaster1.xml" Id="R561e1b61ba66415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95c3dda4f7e457c" /><Relationship Type="http://schemas.openxmlformats.org/officeDocument/2006/relationships/notesMaster" Target="/ppt/notesMasters/notesMaster1.xml" Id="Ra11637c2c6ed46d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e681dd78d4b43ef" /><Relationship Type="http://schemas.openxmlformats.org/officeDocument/2006/relationships/notesMaster" Target="/ppt/notesMasters/notesMaster1.xml" Id="Ra5491eb42303410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e2fd7a05b91433a" /><Relationship Type="http://schemas.openxmlformats.org/officeDocument/2006/relationships/notesMaster" Target="/ppt/notesMasters/notesMaster1.xml" Id="R58e867c24ca7450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bb39da4f58847f2" /><Relationship Type="http://schemas.openxmlformats.org/officeDocument/2006/relationships/notesMaster" Target="/ppt/notesMasters/notesMaster1.xml" Id="Rf66ba5a8fe434bc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9a4b8c7d63b4d6c" /><Relationship Type="http://schemas.openxmlformats.org/officeDocument/2006/relationships/notesMaster" Target="/ppt/notesMasters/notesMaster1.xml" Id="Ra7883344293041e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2c95cdbe8d84bb3" /><Relationship Type="http://schemas.openxmlformats.org/officeDocument/2006/relationships/notesMaster" Target="/ppt/notesMasters/notesMaster1.xml" Id="R44b36dc8355d46b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a4459497230424a" /><Relationship Type="http://schemas.openxmlformats.org/officeDocument/2006/relationships/notesMaster" Target="/ppt/notesMasters/notesMaster1.xml" Id="Rf6a2e3309ce6435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0c0eb88b85444b0" /><Relationship Type="http://schemas.openxmlformats.org/officeDocument/2006/relationships/notesMaster" Target="/ppt/notesMasters/notesMaster1.xml" Id="R0f987f34837243b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a77fabfd4b947cb" /><Relationship Type="http://schemas.openxmlformats.org/officeDocument/2006/relationships/notesMaster" Target="/ppt/notesMasters/notesMaster1.xml" Id="R564fd354859c449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9081646f60b45f7" /><Relationship Type="http://schemas.openxmlformats.org/officeDocument/2006/relationships/notesMaster" Target="/ppt/notesMasters/notesMaster1.xml" Id="Read47cae94fe418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7ee0c47ea614486" /><Relationship Type="http://schemas.openxmlformats.org/officeDocument/2006/relationships/notesMaster" Target="/ppt/notesMasters/notesMaster1.xml" Id="R70353f430f7848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art: locally created campaign-complete splash. Card names, IDs, and effects in this deck are based on the original Flash source catalog in sprSettings01_EN.xml and the decompiled battle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 of 62. Bug Blade (Flash ID 100). Source: local Flash card catalog in sprSettings01_EN.xml and decompiled battle-table definitions. Effect text: +1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 of 62. Arachna Needle (Flash ID 101).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 of 62. Light Impaler (Flash ID 102).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 of 62. Stingslinger (Flash ID 103).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 of 62. Axial Pike (Flash ID 104). Source: local Flash card catalog in sprSettings01_EN.xml and decompiled battle-table definitions. Effect text: +3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6 of 62. Swordshot (Flash ID 105). Source: local Flash card catalog in sprSettings01_EN.xml and decompiled battle-table definitions. Effect text: +3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7 of 62. The Kleaver (Flash ID 106). Source: local Flash card catalog in sprSettings01_EN.xml and decompiled battle-table definitions. Effect text: +4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8 of 62. Ballistic Mace (Flash ID 107). Source: local Flash card catalog in sprSettings01_EN.xml and decompiled battle-table definitions. Effect text: +3 dice; remove 1 opponent Equipment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9 of 62. Boom Ball Bow (Flash ID 108). Source: local Flash card catalog in sprSettings01_EN.xml and decompiled battle-table definitions. Effect text: +3 dice; remove 1 opponent Boost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10 of 62. Spider Lance (Flash ID 109). Source: local Flash card catalog in sprSettings01_EN.xml and decompiled battle-table definitions. Effect text: +3 dice; +1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11 of 62. Oracle Spear (Flash ID 110). Source: local Flash card catalog in sprSettings01_EN.xml and decompiled battle-table definitions. Effect text: +4 dice; +2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12 of 62. Heart Shield (Flash ID 200). Source: local Flash card catalog in sprSettings01_EN.xml and decompiled battle-table definitions. Effect text: +1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13 of 62. Melee Shield (Flash ID 201). Source: local Flash card catalog in sprSettings01_EN.xml and decompiled battle-table definitions. Effect text: +3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14 of 62. Vanguard Shield (Flash ID 202). Source: local Flash card catalog in sprSettings01_EN.xml and decompiled battle-table definitions. Effect text: +3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15 of 62. Skirmish Shield (Flash ID 203). Source: local Flash card catalog in sprSettings01_EN.xml and decompiled battle-table definitions. Effect text: +2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16 of 62. Jousting Shield (Flash ID 204). Source: local Flash card catalog in sprSettings01_EN.xml and decompiled battle-table definitions. Effect text: +5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17 of 62. Assault Shield (Flash ID 205). Source: local Flash card catalog in sprSettings01_EN.xml and decompiled battle-table definitions. Effect text: +6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18 of 62. Rider Scale (Flash ID 206). Source: local Flash card catalog in sprSettings01_EN.xml and decompiled battle-table definitions. Effect text: +6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19 of 62. Spider Armor (Flash ID 207). Source: local Flash card catalog in sprSettings01_EN.xml and decompiled battle-table definitions. Effect text: +3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20 of 62. Elite Plate Armor (Flash ID 208). Source: local Flash card catalog in sprSettings01_EN.xml and decompiled battle-table definitions. Effect text: +8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21 of 62. Red Manacle (Flash ID 300). Source: local Flash card catalog in sprSettings01_EN.xml and decompiled battle-table definitions. Effect text: +1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22 of 62. Blue Manacle (Flash ID 301). Source: local Flash card catalog in sprSettings01_EN.xml and decompiled battle-table definitions. Effect text: +4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23 of 62. Yellow Manacle (Flash ID 302). Source: local Flash card catalog in sprSettings01_EN.xml and decompiled battle-table definitions. Effect text: +5 Health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24 of 62. Spy (Flash ID 303). Source: local Flash card catalog in sprSettings01_EN.xml and decompiled battle-table definitions. Effect text: -1 dice to opponent.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25 of 62. Bug Zapper (Flash ID 304). Source: local Flash card catalog in sprSettings01_EN.xml and decompiled battle-table definitions. Effect text: +1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26 of 62. Fail (Flash ID 400). Source: local Flash card catalog in sprSettings01_EN.xml and decompiled battle-table definitions. Effect text: -1 dice to opponent.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27 of 62. Evasion (Flash ID 401). Source: local Flash card catalog in sprSettings01_EN.xml and decompiled battle-table definitions. Effect text: -2 dice to opponent.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28 of 62. Trap (Flash ID 402). Source: local Flash card catalog in sprSettings01_EN.xml and decompiled battle-table definitions. Effect text: -4 dice to opponent.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29 of 62. False Order (Flash ID 403). Source: local Flash card catalog in sprSettings01_EN.xml and decompiled battle-table definitions. Effect text: Counter 1 opponent battle action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30 of 62. Luck (Flash ID 404). Source: local Flash card catalog in sprSettings01_EN.xml and decompiled battle-table definitions. Effect text: Counter 1 opponent Boost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31 of 62. Disarm (Flash ID 405). Source: local Flash card catalog in sprSettings01_EN.xml and decompiled battle-table definitions. Effect text: Counter 1 opponent Equipment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32 of 62. Web Trap (Flash ID 406). Source: local Flash card catalog in sprSettings01_EN.xml and decompiled battle-table definitions. Effect text: -6 dice to opponent.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33 of 62. Shadow (Flash ID 407). Source: local Flash card catalog in sprSettings01_EN.xml and decompiled battle-table definitions. Effect text: -2 to opponent defense and damage.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34 of 62. Positive Attitude (Flash ID 408). Source: local Flash card catalog in sprSettings01_EN.xml and decompiled battle-table definitions. Effect text: Re-roll your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35 of 62. Lightning Bolt (Flash ID 409). Source: local Flash card catalog in sprSettings01_EN.xml and decompiled battle-table definitions. Effect text: Remove all cards in game.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36 of 62. Weapon Master (Flash ID 410). Source: local Flash card catalog in sprSettings01_EN.xml and decompiled battle-table definitions. Effect text: Double damage from your dice roll.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37 of 62. Boost Blaze (Flash ID 411). Source: local Flash card catalog in sprSettings01_EN.xml and decompiled battle-table definitions. Effect text: Each yellow die counts as +2 damage.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38 of 62. Light of the Oracle (Flash ID 412). Source: local Flash card catalog in sprSettings01_EN.xml and decompiled battle-table definitions. Effect text: Each white and yellow die counts as +2 damage.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39 of 62. Blessing (Flash ID 413). Source: local Flash card catalog in sprSettings01_EN.xml and decompiled battle-table definitions. Effect text: Draw one card for every white and yellow 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40 of 62. Cutie Pie (Flash ID 414). Source: local Flash card catalog in sprSettings01_EN.xml and decompiled battle-table definitions. Effect text: Draw cards to fill your hand.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41 of 62. Rider Master (Flash ID 415). Source: local Flash card catalog in sprSettings01_EN.xml and decompiled battle-table definitions. Effect text: Weapon Equipment cards give +2 damage.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42 of 62. Shield Master (Flash ID 416). Source: local Flash card catalog in sprSettings01_EN.xml and decompiled battle-table definitions. Effect text: Shield Equipment cards give +2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43 of 62. Sparkle Help (Flash ID 417). Source: local Flash card catalog in sprSettings01_EN.xml and decompiled battle-table definitions. Effect text: Add 5 Health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44 of 62. Sanctuary (Flash ID 418). Source: local Flash card catalog in sprSettings01_EN.xml and decompiled battle-table definitions. Effect text: Add 10 Health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45 of 62. Gift From Oracle (Flash ID 419). Source: local Flash card catalog in sprSettings01_EN.xml and decompiled battle-table definitions. Effect text: Restore all Health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46 of 62. Oracle's Fury (Flash ID 420). Source: local Flash card catalog in sprSettings01_EN.xml and decompiled battle-table definitions. Effect text: -6 to opponent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47 of 62. Invasion (Flash ID 421). Source: local Flash card catalog in sprSettings01_EN.xml and decompiled battle-table definitions. Effect text: -4 to opponent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48 of 62. Bounce (Flash ID 500). Source: local Flash card catalog in sprSettings01_EN.xml and decompiled battle-table definitions. Effect text: +1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49 of 62. Impact (Flash ID 501). Source: local Flash card catalog in sprSettings01_EN.xml and decompiled battle-table definitions. Effect text: +1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50 of 62. Boo! (Flash ID 502).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51 of 62. Surprise Attack (Flash ID 503).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52 of 62. Starburst (Flash ID 504). Source: local Flash card catalog in sprSettings01_EN.xml and decompiled battle-table definitions. Effect text: +2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53 of 62. Deep Freeze (Flash ID 505). Source: local Flash card catalog in sprSettings01_EN.xml and decompiled battle-table definitions. Effect text: +3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54 of 62. Super Size (Flash ID 506). Source: local Flash card catalog in sprSettings01_EN.xml and decompiled battle-table definitions. Effect text: +3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55 of 62. Poison Fang (Flash ID 507). Source: local Flash card catalog in sprSettings01_EN.xml and decompiled battle-table definitions. Effect text: +4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56 of 62. Barbecue (Flash ID 508). Source: local Flash card catalog in sprSettings01_EN.xml and decompiled battle-table definitions. Effect text: +5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57 of 62. Intervention (Flash ID 509). Source: local Flash card catalog in sprSettings01_EN.xml and decompiled battle-table definitions. Effect text: +7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58 of 62. Warrior Path (Flash ID 510). Source: local Flash card catalog in sprSettings01_EN.xml and decompiled battle-table definitions. Effect text: +8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59 of 62. Arachna Power (Flash ID 511). Source: local Flash card catalog in sprSettings01_EN.xml and decompiled battle-table definitions. Effect text: +10 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60 of 62. Red Oracle Key (Flash ID 600). Source: local Flash card catalog in sprSettings01_EN.xml and decompiled battle-table definitions. Effect text: Merge 2 Equipment weapon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61 of 62. Green Oracle Key (Flash ID 601). Source: local Flash card catalog in sprSettings01_EN.xml and decompiled battle-table definitions. Effect text: Merge 2 Equipment defense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62 of 62. Dice Modifier (Flash ID SYS). Source: local Flash card catalog in sprSettings01_EN.xml and decompiled battle-table definitions. Effect text: Flash battle UI modifier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d96996c7d4e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a8156a51045b5" /><Relationship Type="http://schemas.openxmlformats.org/officeDocument/2006/relationships/slideLayout" Target="/ppt/slideLayouts/slideLayout1.xml" Id="R9cec869f3b1c4c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ec869f3b1c4c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70f9a41f84791" /><Relationship Type="http://schemas.openxmlformats.org/officeDocument/2006/relationships/image" Target="/ppt/media/image.png" Id="Rd3d63da5a5b34497" /><Relationship Type="http://schemas.openxmlformats.org/officeDocument/2006/relationships/notesSlide" Target="/ppt/notesSlides/notesSlide1.xml" Id="Rabbfc2503c95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02b17fce14e05" /><Relationship Type="http://schemas.openxmlformats.org/officeDocument/2006/relationships/image" Target="/ppt/media/image2.png" Id="Ra1b19129ac734e3a" /><Relationship Type="http://schemas.openxmlformats.org/officeDocument/2006/relationships/notesSlide" Target="/ppt/notesSlides/notesSlide2.xml" Id="Rbdb7c6ced061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873fe53ca400d" /><Relationship Type="http://schemas.openxmlformats.org/officeDocument/2006/relationships/image" Target="/ppt/media/image3.png" Id="R08ffa6d29c2f4c31" /><Relationship Type="http://schemas.openxmlformats.org/officeDocument/2006/relationships/notesSlide" Target="/ppt/notesSlides/notesSlide3.xml" Id="R28780c8e4048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41279f2024181" /><Relationship Type="http://schemas.openxmlformats.org/officeDocument/2006/relationships/image" Target="/ppt/media/image4.png" Id="R734622074caf4d38" /><Relationship Type="http://schemas.openxmlformats.org/officeDocument/2006/relationships/notesSlide" Target="/ppt/notesSlides/notesSlide4.xml" Id="R929086b6402e49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b040421954eee" /><Relationship Type="http://schemas.openxmlformats.org/officeDocument/2006/relationships/image" Target="/ppt/media/image5.png" Id="R1950f62630e04123" /><Relationship Type="http://schemas.openxmlformats.org/officeDocument/2006/relationships/notesSlide" Target="/ppt/notesSlides/notesSlide5.xml" Id="R4bcb2300f0bd43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1a685f274fd5" /><Relationship Type="http://schemas.openxmlformats.org/officeDocument/2006/relationships/image" Target="/ppt/media/image6.png" Id="Rc21b3bdd9f6241d9" /><Relationship Type="http://schemas.openxmlformats.org/officeDocument/2006/relationships/notesSlide" Target="/ppt/notesSlides/notesSlide6.xml" Id="R270616832a54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7f55fda04364" /><Relationship Type="http://schemas.openxmlformats.org/officeDocument/2006/relationships/image" Target="/ppt/media/image7.png" Id="R91fed44cb047447d" /><Relationship Type="http://schemas.openxmlformats.org/officeDocument/2006/relationships/notesSlide" Target="/ppt/notesSlides/notesSlide7.xml" Id="Rca88692d659e4f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0a34a4ae742e0" /><Relationship Type="http://schemas.openxmlformats.org/officeDocument/2006/relationships/image" Target="/ppt/media/image8.png" Id="R68c3c53dc38c491c" /><Relationship Type="http://schemas.openxmlformats.org/officeDocument/2006/relationships/notesSlide" Target="/ppt/notesSlides/notesSlide8.xml" Id="Re21122c473c545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788078974dca" /><Relationship Type="http://schemas.openxmlformats.org/officeDocument/2006/relationships/image" Target="/ppt/media/image9.png" Id="Rec84e065178c423b" /><Relationship Type="http://schemas.openxmlformats.org/officeDocument/2006/relationships/notesSlide" Target="/ppt/notesSlides/notesSlide9.xml" Id="Rb204dbb50c2540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abee6dd874d12" /><Relationship Type="http://schemas.openxmlformats.org/officeDocument/2006/relationships/image" Target="/ppt/media/image10.png" Id="R65c4200ba9cc45af" /><Relationship Type="http://schemas.openxmlformats.org/officeDocument/2006/relationships/notesSlide" Target="/ppt/notesSlides/notesSlide10.xml" Id="R1d07685590f04a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853696d14aa2" /><Relationship Type="http://schemas.openxmlformats.org/officeDocument/2006/relationships/image" Target="/ppt/media/image11.png" Id="R4e93054511894cb8" /><Relationship Type="http://schemas.openxmlformats.org/officeDocument/2006/relationships/notesSlide" Target="/ppt/notesSlides/notesSlide11.xml" Id="Rf5cc576e86b84e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4bdc593d4e3d" /><Relationship Type="http://schemas.openxmlformats.org/officeDocument/2006/relationships/image" Target="/ppt/media/image12.png" Id="Ra3a55b52bdb541dc" /><Relationship Type="http://schemas.openxmlformats.org/officeDocument/2006/relationships/notesSlide" Target="/ppt/notesSlides/notesSlide12.xml" Id="R0d4d57d5c93b4e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abdcb0f6e4411" /><Relationship Type="http://schemas.openxmlformats.org/officeDocument/2006/relationships/image" Target="/ppt/media/image13.png" Id="R6df47c1d65fb45fd" /><Relationship Type="http://schemas.openxmlformats.org/officeDocument/2006/relationships/notesSlide" Target="/ppt/notesSlides/notesSlide13.xml" Id="R9f9066e55ed74d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d7746629542d5" /><Relationship Type="http://schemas.openxmlformats.org/officeDocument/2006/relationships/image" Target="/ppt/media/image14.png" Id="Rce8fc88d8c624489" /><Relationship Type="http://schemas.openxmlformats.org/officeDocument/2006/relationships/notesSlide" Target="/ppt/notesSlides/notesSlide14.xml" Id="R5b8443a9b4d3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5f0b1be2b4afc" /><Relationship Type="http://schemas.openxmlformats.org/officeDocument/2006/relationships/image" Target="/ppt/media/image15.png" Id="R865d205ccece4844" /><Relationship Type="http://schemas.openxmlformats.org/officeDocument/2006/relationships/notesSlide" Target="/ppt/notesSlides/notesSlide15.xml" Id="R13b08ed5fa7f4e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6077924784424" /><Relationship Type="http://schemas.openxmlformats.org/officeDocument/2006/relationships/image" Target="/ppt/media/image16.png" Id="Rab88db5a76df4d2b" /><Relationship Type="http://schemas.openxmlformats.org/officeDocument/2006/relationships/notesSlide" Target="/ppt/notesSlides/notesSlide16.xml" Id="R3d060aec114f41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6f9f4d5a04191" /><Relationship Type="http://schemas.openxmlformats.org/officeDocument/2006/relationships/image" Target="/ppt/media/image17.png" Id="R0fe320388cc04f3f" /><Relationship Type="http://schemas.openxmlformats.org/officeDocument/2006/relationships/notesSlide" Target="/ppt/notesSlides/notesSlide17.xml" Id="Re6d11476fac84e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bda56dc994c13" /><Relationship Type="http://schemas.openxmlformats.org/officeDocument/2006/relationships/image" Target="/ppt/media/image18.png" Id="Ra3b06f9ca0c94f42" /><Relationship Type="http://schemas.openxmlformats.org/officeDocument/2006/relationships/notesSlide" Target="/ppt/notesSlides/notesSlide18.xml" Id="R16d17ee61fa642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ccdf6ff147ae" /><Relationship Type="http://schemas.openxmlformats.org/officeDocument/2006/relationships/image" Target="/ppt/media/image19.png" Id="Re968cbc80d8c4a9c" /><Relationship Type="http://schemas.openxmlformats.org/officeDocument/2006/relationships/notesSlide" Target="/ppt/notesSlides/notesSlide19.xml" Id="R819d78c1b0ac4d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bd1eeb8446fd" /><Relationship Type="http://schemas.openxmlformats.org/officeDocument/2006/relationships/image" Target="/ppt/media/image20.png" Id="Rcb9c6aef88b04c4b" /><Relationship Type="http://schemas.openxmlformats.org/officeDocument/2006/relationships/image" Target="/ppt/media/image.svg" Id="R9aa89928c9644fdc" /><Relationship Type="http://schemas.openxmlformats.org/officeDocument/2006/relationships/notesSlide" Target="/ppt/notesSlides/notesSlide20.xml" Id="R3116637dabf244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8c4f611144cdc" /><Relationship Type="http://schemas.openxmlformats.org/officeDocument/2006/relationships/image" Target="/ppt/media/image21.png" Id="Rf1d84e9abfa44ba7" /><Relationship Type="http://schemas.openxmlformats.org/officeDocument/2006/relationships/notesSlide" Target="/ppt/notesSlides/notesSlide21.xml" Id="Re13b0fd50fb447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bc5c2e0db4225" /><Relationship Type="http://schemas.openxmlformats.org/officeDocument/2006/relationships/image" Target="/ppt/media/image22.png" Id="R0e47072e38e6441a" /><Relationship Type="http://schemas.openxmlformats.org/officeDocument/2006/relationships/notesSlide" Target="/ppt/notesSlides/notesSlide22.xml" Id="Rd56421534d154e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a8b5ba5ce43da" /><Relationship Type="http://schemas.openxmlformats.org/officeDocument/2006/relationships/image" Target="/ppt/media/image23.png" Id="Rc99e899f8475426d" /><Relationship Type="http://schemas.openxmlformats.org/officeDocument/2006/relationships/notesSlide" Target="/ppt/notesSlides/notesSlide23.xml" Id="R8d38cdcbe7f247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58922d12840cc" /><Relationship Type="http://schemas.openxmlformats.org/officeDocument/2006/relationships/image" Target="/ppt/media/image24.png" Id="R576bab677482499e" /><Relationship Type="http://schemas.openxmlformats.org/officeDocument/2006/relationships/notesSlide" Target="/ppt/notesSlides/notesSlide24.xml" Id="R250c8ee3d5c14d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07e394390418b" /><Relationship Type="http://schemas.openxmlformats.org/officeDocument/2006/relationships/image" Target="/ppt/media/image25.png" Id="R33fe921731bd4622" /><Relationship Type="http://schemas.openxmlformats.org/officeDocument/2006/relationships/notesSlide" Target="/ppt/notesSlides/notesSlide25.xml" Id="R02f4c2f67e3146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4db98cf5e471f" /><Relationship Type="http://schemas.openxmlformats.org/officeDocument/2006/relationships/image" Target="/ppt/media/image26.png" Id="R5215f75e7ba84d21" /><Relationship Type="http://schemas.openxmlformats.org/officeDocument/2006/relationships/notesSlide" Target="/ppt/notesSlides/notesSlide26.xml" Id="R730d156ace5649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61bda40574ea9" /><Relationship Type="http://schemas.openxmlformats.org/officeDocument/2006/relationships/image" Target="/ppt/media/image27.png" Id="R6e877769ce5b4887" /><Relationship Type="http://schemas.openxmlformats.org/officeDocument/2006/relationships/notesSlide" Target="/ppt/notesSlides/notesSlide27.xml" Id="Rae1bc8c982d744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ed0abe7749bf" /><Relationship Type="http://schemas.openxmlformats.org/officeDocument/2006/relationships/image" Target="/ppt/media/image28.png" Id="R95ddeca6b14a483e" /><Relationship Type="http://schemas.openxmlformats.org/officeDocument/2006/relationships/notesSlide" Target="/ppt/notesSlides/notesSlide28.xml" Id="Raeac2f65c9114f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865fbaf834972" /><Relationship Type="http://schemas.openxmlformats.org/officeDocument/2006/relationships/image" Target="/ppt/media/image29.png" Id="Ra61e39ad86a14456" /><Relationship Type="http://schemas.openxmlformats.org/officeDocument/2006/relationships/notesSlide" Target="/ppt/notesSlides/notesSlide29.xml" Id="Rce3a8e7aaeb34c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708cff2194b3f" /><Relationship Type="http://schemas.openxmlformats.org/officeDocument/2006/relationships/image" Target="/ppt/media/image30.png" Id="R9577ffeb80cb418b" /><Relationship Type="http://schemas.openxmlformats.org/officeDocument/2006/relationships/notesSlide" Target="/ppt/notesSlides/notesSlide30.xml" Id="R9eb06567ceb948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bc52cfd0b445a" /><Relationship Type="http://schemas.openxmlformats.org/officeDocument/2006/relationships/image" Target="/ppt/media/image31.png" Id="R21e818c1f7f1422a" /><Relationship Type="http://schemas.openxmlformats.org/officeDocument/2006/relationships/notesSlide" Target="/ppt/notesSlides/notesSlide31.xml" Id="Rc5f21f9933c047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aa599e73c452c" /><Relationship Type="http://schemas.openxmlformats.org/officeDocument/2006/relationships/image" Target="/ppt/media/image32.png" Id="Re5405a1765fb4658" /><Relationship Type="http://schemas.openxmlformats.org/officeDocument/2006/relationships/notesSlide" Target="/ppt/notesSlides/notesSlide32.xml" Id="Rd50f3586d50244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6e86361a74d68" /><Relationship Type="http://schemas.openxmlformats.org/officeDocument/2006/relationships/image" Target="/ppt/media/image33.png" Id="Rbfa42cf80d7248ec" /><Relationship Type="http://schemas.openxmlformats.org/officeDocument/2006/relationships/notesSlide" Target="/ppt/notesSlides/notesSlide33.xml" Id="R01fb8e730d5846c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d404205954a1c" /><Relationship Type="http://schemas.openxmlformats.org/officeDocument/2006/relationships/image" Target="/ppt/media/image34.png" Id="Re7a9cd60fc13430d" /><Relationship Type="http://schemas.openxmlformats.org/officeDocument/2006/relationships/notesSlide" Target="/ppt/notesSlides/notesSlide34.xml" Id="Rc600fc083154473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bf5cf90d490d" /><Relationship Type="http://schemas.openxmlformats.org/officeDocument/2006/relationships/image" Target="/ppt/media/image35.png" Id="R28ad016f6e534c10" /><Relationship Type="http://schemas.openxmlformats.org/officeDocument/2006/relationships/notesSlide" Target="/ppt/notesSlides/notesSlide35.xml" Id="R785757e6493342f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f30e4ec164a63" /><Relationship Type="http://schemas.openxmlformats.org/officeDocument/2006/relationships/image" Target="/ppt/media/image36.png" Id="Rabc1e3988a3d4300" /><Relationship Type="http://schemas.openxmlformats.org/officeDocument/2006/relationships/notesSlide" Target="/ppt/notesSlides/notesSlide36.xml" Id="R7af19845a65346c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7e270866946c7" /><Relationship Type="http://schemas.openxmlformats.org/officeDocument/2006/relationships/image" Target="/ppt/media/image37.png" Id="Rc4a7c026981a4dea" /><Relationship Type="http://schemas.openxmlformats.org/officeDocument/2006/relationships/notesSlide" Target="/ppt/notesSlides/notesSlide37.xml" Id="R00db25456c504a0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30f9ccc6946af" /><Relationship Type="http://schemas.openxmlformats.org/officeDocument/2006/relationships/image" Target="/ppt/media/image38.png" Id="R61c3c20e99464a95" /><Relationship Type="http://schemas.openxmlformats.org/officeDocument/2006/relationships/notesSlide" Target="/ppt/notesSlides/notesSlide38.xml" Id="R294b23fa86e047d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291f0560a48e5" /><Relationship Type="http://schemas.openxmlformats.org/officeDocument/2006/relationships/image" Target="/ppt/media/image39.png" Id="R89bd684f8c9b498a" /><Relationship Type="http://schemas.openxmlformats.org/officeDocument/2006/relationships/notesSlide" Target="/ppt/notesSlides/notesSlide39.xml" Id="R4c4903b8fc80401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0d753b06345dd" /><Relationship Type="http://schemas.openxmlformats.org/officeDocument/2006/relationships/image" Target="/ppt/media/image40.png" Id="R86ca1c5ddb9c4349" /><Relationship Type="http://schemas.openxmlformats.org/officeDocument/2006/relationships/notesSlide" Target="/ppt/notesSlides/notesSlide40.xml" Id="R697d382b1f05409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a49c23444e02" /><Relationship Type="http://schemas.openxmlformats.org/officeDocument/2006/relationships/image" Target="/ppt/media/image41.png" Id="R8fe1b92d9c7d4c0f" /><Relationship Type="http://schemas.openxmlformats.org/officeDocument/2006/relationships/notesSlide" Target="/ppt/notesSlides/notesSlide41.xml" Id="Rffb5a938ab0d486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8175b43da4374" /><Relationship Type="http://schemas.openxmlformats.org/officeDocument/2006/relationships/image" Target="/ppt/media/image42.png" Id="R99d323216639497b" /><Relationship Type="http://schemas.openxmlformats.org/officeDocument/2006/relationships/notesSlide" Target="/ppt/notesSlides/notesSlide42.xml" Id="R482dbeb6db2e433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697abf653430a" /><Relationship Type="http://schemas.openxmlformats.org/officeDocument/2006/relationships/image" Target="/ppt/media/image43.png" Id="Rcdcc5b7bf4ad44c6" /><Relationship Type="http://schemas.openxmlformats.org/officeDocument/2006/relationships/notesSlide" Target="/ppt/notesSlides/notesSlide43.xml" Id="Rf551ca8e8f3a4c5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2796f098948ff" /><Relationship Type="http://schemas.openxmlformats.org/officeDocument/2006/relationships/image" Target="/ppt/media/image44.png" Id="R1c04d9d4e2774062" /><Relationship Type="http://schemas.openxmlformats.org/officeDocument/2006/relationships/notesSlide" Target="/ppt/notesSlides/notesSlide44.xml" Id="R4793d602cee8402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8842f21af45a1" /><Relationship Type="http://schemas.openxmlformats.org/officeDocument/2006/relationships/image" Target="/ppt/media/image45.png" Id="Rf547807e442a447f" /><Relationship Type="http://schemas.openxmlformats.org/officeDocument/2006/relationships/notesSlide" Target="/ppt/notesSlides/notesSlide45.xml" Id="Ra80a8e4a8c3344c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2944e39814835" /><Relationship Type="http://schemas.openxmlformats.org/officeDocument/2006/relationships/image" Target="/ppt/media/image46.png" Id="Rbe86af4406f441f9" /><Relationship Type="http://schemas.openxmlformats.org/officeDocument/2006/relationships/notesSlide" Target="/ppt/notesSlides/notesSlide46.xml" Id="R8d25d5f5499f47d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982cd9b554f71" /><Relationship Type="http://schemas.openxmlformats.org/officeDocument/2006/relationships/image" Target="/ppt/media/image47.png" Id="Reb7f84ab54f443ad" /><Relationship Type="http://schemas.openxmlformats.org/officeDocument/2006/relationships/notesSlide" Target="/ppt/notesSlides/notesSlide47.xml" Id="R716cf8cbec6641f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d833f30df4b17" /><Relationship Type="http://schemas.openxmlformats.org/officeDocument/2006/relationships/image" Target="/ppt/media/image48.png" Id="R42d99ae8ba8d445e" /><Relationship Type="http://schemas.openxmlformats.org/officeDocument/2006/relationships/notesSlide" Target="/ppt/notesSlides/notesSlide48.xml" Id="Rd4ad82daf765486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8726d686415e" /><Relationship Type="http://schemas.openxmlformats.org/officeDocument/2006/relationships/image" Target="/ppt/media/image49.png" Id="R919675e844e045ee" /><Relationship Type="http://schemas.openxmlformats.org/officeDocument/2006/relationships/notesSlide" Target="/ppt/notesSlides/notesSlide49.xml" Id="R685bf43168ec4b7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59e7c329c4ac6" /><Relationship Type="http://schemas.openxmlformats.org/officeDocument/2006/relationships/image" Target="/ppt/media/image50.png" Id="R652ca4fa5bb74fd3" /><Relationship Type="http://schemas.openxmlformats.org/officeDocument/2006/relationships/notesSlide" Target="/ppt/notesSlides/notesSlide50.xml" Id="Rbee9c0ea5137430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0719ac6634454" /><Relationship Type="http://schemas.openxmlformats.org/officeDocument/2006/relationships/image" Target="/ppt/media/image51.png" Id="Rcdf81055987b49b7" /><Relationship Type="http://schemas.openxmlformats.org/officeDocument/2006/relationships/notesSlide" Target="/ppt/notesSlides/notesSlide51.xml" Id="R250b8dad502748f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e0dd94b4d4ae4" /><Relationship Type="http://schemas.openxmlformats.org/officeDocument/2006/relationships/image" Target="/ppt/media/image52.png" Id="R0458dc9a7a714fe1" /><Relationship Type="http://schemas.openxmlformats.org/officeDocument/2006/relationships/notesSlide" Target="/ppt/notesSlides/notesSlide52.xml" Id="R949325bacaa9479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6d3985fbb4d3c" /><Relationship Type="http://schemas.openxmlformats.org/officeDocument/2006/relationships/image" Target="/ppt/media/image53.png" Id="R54e0d3dc00974fa3" /><Relationship Type="http://schemas.openxmlformats.org/officeDocument/2006/relationships/notesSlide" Target="/ppt/notesSlides/notesSlide53.xml" Id="R2c712412aecf445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8b1e74e6745ed" /><Relationship Type="http://schemas.openxmlformats.org/officeDocument/2006/relationships/image" Target="/ppt/media/image54.png" Id="R0c19de9c316b49c1" /><Relationship Type="http://schemas.openxmlformats.org/officeDocument/2006/relationships/notesSlide" Target="/ppt/notesSlides/notesSlide54.xml" Id="R58f3b932e4104a4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4cb47c49e4fab" /><Relationship Type="http://schemas.openxmlformats.org/officeDocument/2006/relationships/image" Target="/ppt/media/image55.png" Id="Rd3ffa050356046a9" /><Relationship Type="http://schemas.openxmlformats.org/officeDocument/2006/relationships/notesSlide" Target="/ppt/notesSlides/notesSlide55.xml" Id="R8741aab547b74c6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ac63552e48aa" /><Relationship Type="http://schemas.openxmlformats.org/officeDocument/2006/relationships/image" Target="/ppt/media/image56.png" Id="R8b2c733b43ed4260" /><Relationship Type="http://schemas.openxmlformats.org/officeDocument/2006/relationships/notesSlide" Target="/ppt/notesSlides/notesSlide56.xml" Id="R49e7fd25ad174d7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bbad3eb2048ee" /><Relationship Type="http://schemas.openxmlformats.org/officeDocument/2006/relationships/image" Target="/ppt/media/image57.png" Id="Rf030ab71cbdb486d" /><Relationship Type="http://schemas.openxmlformats.org/officeDocument/2006/relationships/notesSlide" Target="/ppt/notesSlides/notesSlide57.xml" Id="R7de032af1157411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58c743c0b400e" /><Relationship Type="http://schemas.openxmlformats.org/officeDocument/2006/relationships/image" Target="/ppt/media/image58.png" Id="Re30c1728dcee4b51" /><Relationship Type="http://schemas.openxmlformats.org/officeDocument/2006/relationships/notesSlide" Target="/ppt/notesSlides/notesSlide58.xml" Id="Rc2cd2c3a8f44475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2071597d34ac7" /><Relationship Type="http://schemas.openxmlformats.org/officeDocument/2006/relationships/image" Target="/ppt/media/image59.png" Id="Rffa524b1b3134b34" /><Relationship Type="http://schemas.openxmlformats.org/officeDocument/2006/relationships/notesSlide" Target="/ppt/notesSlides/notesSlide59.xml" Id="R25795ec88d5741a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09f032b37489a" /><Relationship Type="http://schemas.openxmlformats.org/officeDocument/2006/relationships/image" Target="/ppt/media/image60.png" Id="R4b8af1bf546a45a8" /><Relationship Type="http://schemas.openxmlformats.org/officeDocument/2006/relationships/notesSlide" Target="/ppt/notesSlides/notesSlide60.xml" Id="Rc71fc434fc62485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7545248e49bb" /><Relationship Type="http://schemas.openxmlformats.org/officeDocument/2006/relationships/image" Target="/ppt/media/image61.png" Id="Ra6029e54f4574ae4" /><Relationship Type="http://schemas.openxmlformats.org/officeDocument/2006/relationships/notesSlide" Target="/ppt/notesSlides/notesSlide61.xml" Id="R2793d55c3843433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2130f7fd4dfa" /><Relationship Type="http://schemas.openxmlformats.org/officeDocument/2006/relationships/image" Target="/ppt/media/image62.png" Id="Ra479d69a974b42ca" /><Relationship Type="http://schemas.openxmlformats.org/officeDocument/2006/relationships/notesSlide" Target="/ppt/notesSlides/notesSlide62.xml" Id="Rb02e15bbffad43b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30304bb044efa" /><Relationship Type="http://schemas.openxmlformats.org/officeDocument/2006/relationships/image" Target="/ppt/media/image63.png" Id="R13295ce4bef746fd" /><Relationship Type="http://schemas.openxmlformats.org/officeDocument/2006/relationships/notesSlide" Target="/ppt/notesSlides/notesSlide63.xml" Id="R34b80fb405a141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63da5a5b34497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C6C48-9DD1-40E3-A284-F19D166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2939D-0BD5-4D92-8BB5-CB6836FF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0"/>
            </a:srgbClr>
          </a:solidFill>
          <a:ln xmlns:a="http://schemas.openxmlformats.org/drawingml/2006/main" w="28575">
            <a:solidFill>
              <a:srgbClr val="78AAFF">
                <a:alpha val="5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B4CA-8F90-40C1-83BE-5801045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D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8D5FF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562A5-15D9-473C-B347-D1AEEC9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5905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Spider Riders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Card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E00FE-9D4A-47EB-86F7-595FD47A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6EE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E6EEF9"/>
                </a:solidFill>
                <a:latin typeface="Helvetica Neue"/>
                <a:ea typeface="Helvetica Neue"/>
                <a:cs typeface="Helvetica Neue"/>
              </a:rPr>
              <a:t>A redesigned, editable portfolio of 62 Flash-era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A961-E23C-4078-BCD3-CB32A84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358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7">
              <a:alpha val="88000"/>
            </a:srgbClr>
          </a:solidFill>
          <a:ln xmlns:a="http://schemas.openxmlformats.org/drawingml/2006/main" w="9525">
            <a:solidFill>
              <a:srgbClr val="B8D5FF">
                <a:alpha val="6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31170-88A1-494E-8378-CA6A3A04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15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E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DE1FF"/>
                </a:solidFill>
                <a:latin typeface="Helvetica Neue"/>
                <a:ea typeface="Helvetica Neue"/>
                <a:cs typeface="Helvetica Neue"/>
              </a:rPr>
              <a:t>62 UNIQUE CARDS · ORIGINAL FLASH CATALOG</a:t>
            </a:r>
          </a:p>
        </p:txBody>
      </p:sp>
    </p:spTree>
    <p:extLst>
      <p:ext uri="{BB962C8B-B14F-4D97-AF65-F5344CB8AC3E}">
        <p14:creationId xmlns:p14="http://schemas.microsoft.com/office/powerpoint/2010/main" val="2075871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05041-F52F-4585-B259-13836EE0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589B7-322A-4E0E-B558-299B3E64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93DB8-859F-40BA-A661-E2692EF2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D60F5-0F9A-49D2-AEF3-AA927EC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4F5F0-307C-4FA3-AEC4-F0305C87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5863B-F144-4B51-A94F-B39AC4E3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22F43-11D0-4E76-99F9-12495A8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82D40-63E8-44E9-BD98-12864318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A93BD-70F2-42F6-9E2E-99FD612B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F5C9B-52F1-4C72-A82B-2E27EA7F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FE670-7EFF-4268-A1D3-D68F8EC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F8F19-C793-4FE4-AD91-9B5D2203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87659-39DD-4FB5-A342-65015FF1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19129ac734e3a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E4CD3-7752-413E-B53C-ED0F484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58DC1-481C-4CAD-9623-C7C155A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E4B53-2FCC-417E-97BD-0B04BE9C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E5EE5-7C96-4BE3-90CC-8D128846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DD472-6155-47AF-A0D1-24AC3D4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53D2B-91F0-4201-AA60-E4F9AE2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2B9CA-42E9-49C8-9F0A-154F6DA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D1F9C-F35D-42FD-9DDE-5FF131E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Bug Blade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60443-A07A-48D3-ABA7-9F8460E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0F738-BB6F-4D99-8954-873D8A8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3DCAD-EB5F-4A24-AAA6-2B4E772B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8F5E1-5233-4C55-AECD-DFAE089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EFF53-9CC9-43D4-9368-545250D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51108-A283-4840-821C-199DD3F8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49E65-B93D-48F6-ABDE-507C9D9D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61B89-3CD2-4BAC-8BB5-9BA2FFC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E7521-F554-4912-8A73-C806D6B8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01</a:t>
            </a:r>
          </a:p>
        </p:txBody>
      </p:sp>
    </p:spTree>
    <p:extLst>
      <p:ext uri="{BB962C8B-B14F-4D97-AF65-F5344CB8AC3E}">
        <p14:creationId xmlns:p14="http://schemas.microsoft.com/office/powerpoint/2010/main" val="51073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0EDED-2158-4F44-8CA1-4F2875C3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3D894-C01F-4FD2-8842-9DB9C3BA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9A221-171F-491C-A132-B4A75E91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79F0C-D5EA-49B4-9146-38C8AF27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47B5B-B9B8-4262-8321-6B7C083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C98B2-316B-46F1-B0F7-950F097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FF5A2-6E6F-401A-A51D-1870410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C5CC5-B8E6-4980-8315-586F672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18F2-7298-4138-BB33-D2D2E27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8AACD-DBD9-41FD-8415-0EF8A279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2253E-2DD3-4E58-9CF5-FCC75C5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7FAD1-2588-420E-8C40-0290FD3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C1A66-ACF2-438A-9B31-2AE840D1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fa6d29c2f4c31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EE567-D1E9-424B-A605-CDADE90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2508B-4184-4B0C-9F7F-EF087B1D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57A83-FE6E-4A2C-923B-BA9B481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8E938-75FD-4435-9849-66F0F254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3DAE2-F1C4-4DD0-B405-2269D2F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83146-0C94-44E3-97F4-E427994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159CD-4DFB-43B7-A59A-570AB599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453FB-8517-4580-AF26-1E359A6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Arachna Needle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B5A09-9DC3-41E0-BED5-9EB9008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FC41F-734A-4653-84BD-06D07A8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BC08D-9A22-43CB-B597-133C6879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6BE9B-EFF6-4160-AEF7-0D3CC27F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A1E62-B2DE-41C8-998C-30DF473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9AA1B-ECD9-4A49-A780-83F769F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4B507-ED3C-4541-BFAA-EC8F8DC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7B578-7570-400D-B682-628E8EF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573A3C-06B1-4148-9F6C-60DDF14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02</a:t>
            </a:r>
          </a:p>
        </p:txBody>
      </p:sp>
    </p:spTree>
    <p:extLst>
      <p:ext uri="{BB962C8B-B14F-4D97-AF65-F5344CB8AC3E}">
        <p14:creationId xmlns:p14="http://schemas.microsoft.com/office/powerpoint/2010/main" val="647881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1C889-8AD9-4AE1-ACD9-0741B3FE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A272-05C5-45EF-87D8-6FBCC504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E4AB-C2D1-4E88-A6E6-124EAE41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DC96F-1B89-4CEF-A02D-2C27F5A9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5D1C-F95F-4B8D-92C4-7CD9400E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37441-A14D-4598-B56F-58DEAF2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335B1-A65F-4937-930E-81F3BC0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9610-415C-422C-BAE7-57B64A3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A9D0F-2572-44B4-810C-62A7A87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A2399-F929-4E54-89E8-8B23FB41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6C667-C4DA-4500-B9CA-F7FA775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4C48-A088-4ED5-AFFB-2CDA541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450C-79D6-4344-9947-5084BED9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22074caf4d38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74771-07AF-4C2F-BDC5-C28AE523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8648E-E717-4AE4-B40C-7C7F2D97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B0AE2-239F-4E55-ADE1-FDD8FA04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3070D-3826-4C9F-A89F-48EF42AA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C40B6-B323-4B88-AA97-BE58ED6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8A3F8-91A3-475D-ABD7-1A5298B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4B0C4-1DDE-4FE3-A5EA-2FC3F37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0B219-F99C-4152-A04A-FE76C4F9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Light Impaler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40D87-26E5-47B3-8310-719CEB6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83E65-2475-4474-8D5F-3281725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3A73E-BD04-4732-B051-8E10B10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756A9-EF78-4EF5-ABFF-E723514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01075-18DF-4CDA-9F54-B05CE97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F3466-D39A-4BA9-A6AB-3686FB2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DEEFE-058E-4CB3-B478-1A6A98F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08DE3-44B4-44A2-8B5F-F8D77D2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D23A5-41B9-47EF-B11D-8ABB114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03</a:t>
            </a:r>
          </a:p>
        </p:txBody>
      </p:sp>
    </p:spTree>
    <p:extLst>
      <p:ext uri="{BB962C8B-B14F-4D97-AF65-F5344CB8AC3E}">
        <p14:creationId xmlns:p14="http://schemas.microsoft.com/office/powerpoint/2010/main" val="495560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A5E7A-49F4-4D21-910C-5A1EC4C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4BCE1-C535-4E41-8FEB-3E7F1CC3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E0E4D-83E6-4CE3-AC29-A6D0F0F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14841-94FC-486A-B7AF-33620C97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411D-2284-460C-8B81-C5B7DB6D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FD5E1-74C1-42D7-B9CD-7C2D0FBE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5427-28DD-4B03-A5D6-F1405090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D26BE-3BE8-4821-B35B-2FDD87F8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0A667-1D43-4037-96F0-9B9018F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EBDE8-F26D-4F63-8552-065C163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3D393-869B-43BE-BC71-1C9F9D1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96E69-3878-4384-90F7-A0C72CF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8036D-AA44-4431-8260-B450922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0f62630e04123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24081-708A-4021-88AF-1149CCC9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12F03-DBAD-4EAE-8649-0FAB95A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1FFCC-71B3-4CF8-8828-67CCA66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0C648-16DB-45F9-8807-164CD2B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4767F-4391-49A1-B64A-B43ACDA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FC3D9-9AF8-43DF-A3DF-003D978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26EA0-7C84-4092-BB59-156CA7B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2DCA3-919A-4C34-9E73-D587ADF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Stingslinger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B6DBE-5DEF-4428-BB7B-1C6853D4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3F4A7-6353-435A-A92C-D5F6D8A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98BAE-4DD2-456F-BDFB-5D676BD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EC1DB-887B-4F60-89CE-89EB7698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C06C2-B3ED-4FF4-A9FD-8778217B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C006F-E31D-444E-BC64-25C25E29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2E9B8-E9BB-4D96-A705-1346168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13002-E452-480C-A08D-F72433C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4BFEC-738B-4A08-AE40-CC3B92B6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04</a:t>
            </a:r>
          </a:p>
        </p:txBody>
      </p:sp>
    </p:spTree>
    <p:extLst>
      <p:ext uri="{BB962C8B-B14F-4D97-AF65-F5344CB8AC3E}">
        <p14:creationId xmlns:p14="http://schemas.microsoft.com/office/powerpoint/2010/main" val="366680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FAEAEF-168C-4BE8-952D-2B394AE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F0BFF-3702-4C01-8F1A-E821B64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B5BD0-96E2-4B6B-9B13-FB4B36CB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95A76-4CD9-4B5B-BB91-46C94F6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A7345-1311-4130-96C1-8D1233D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A1449-C958-4731-96FF-F8DBF29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3DA2F-FDE6-4D5E-B1B5-74D62B28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9628B-2739-409C-876D-6CFD18C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E17DB-BF7D-4743-8BC0-F5B710A4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CAFCB-2814-4C0B-B6A8-41C7120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DA8C3-E817-4262-9534-F9A6C17D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2CCB8-4D42-46BA-A063-1CDE672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20634-BE24-4082-BC78-55954282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b3bdd9f6241d9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53AF6-9539-42C8-A933-B66BD5E5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08754-7AA5-46D5-8D83-8060B00A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D6CE0-190A-4101-B75E-8082867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E8A0B-98F4-491D-B4A5-DE3638F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669D9-E86A-4F0A-808F-63752FF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E9B21-B310-4DE1-8CCC-2EF1118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E279-4830-47BF-85D6-9B564D0F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0DBF4-683C-475B-A9F2-42E5C0EA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Axial Pike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98FC1-AF74-47CD-B856-CA17939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8D211-5EC0-49C0-A059-A55181B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9ABA6-9740-4861-B54F-E76A27D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A5A38-CE5B-4536-B149-A97987C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A52C3-9A41-4C7A-B839-A7087DD6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75602-A840-47A7-976D-66A08CD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CC257-9CE7-408C-ABBB-5D9C1DA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82231-A933-40B5-8371-29FEB40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4448A-3EA2-4B8F-A519-33FBF10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05</a:t>
            </a:r>
          </a:p>
        </p:txBody>
      </p:sp>
    </p:spTree>
    <p:extLst>
      <p:ext uri="{BB962C8B-B14F-4D97-AF65-F5344CB8AC3E}">
        <p14:creationId xmlns:p14="http://schemas.microsoft.com/office/powerpoint/2010/main" val="908214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9659D-C36F-4A18-ADAE-639FD8AA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584F4-8A7F-4C14-89EF-CA53369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E7F6B-B737-4063-BE48-F5381DA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91FF7-9A0D-4783-9F3E-E0E8B16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CA28B-D848-4B65-B5B6-898B3AC5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B04B9-B90F-4E1D-B720-3D63AD72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7EFAD-24A0-4AAB-9B2C-D30C1072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3645B-7C14-40B8-B30D-7216E0EA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5293C-90C5-4A90-BE17-B03924A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AA265-AE62-4F0E-9624-2A4B864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67D81-B5C4-4688-92B7-4719FFB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1E0FD-92AE-4545-9433-A54BD69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EEE53-3300-4E7C-90A9-29A5B18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ed44cb047447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A6EF4-B024-4BF0-9903-0BFDC866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0B549-E321-46DE-A999-049DC44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AB81C-B797-4697-9B79-067F97C4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87626-B019-425C-998D-4B32857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CADFF-8C3F-4B40-9D5F-AE5A9E18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E3B59-F201-4899-B573-A1051D17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723A2-EE01-4BCB-ACD9-E18457BB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91CD8-6A2E-417C-8D7A-B4369D74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Swordshot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6ADEA-BD28-4E3A-B09E-F6CEBB3B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7F4C1-9900-4A04-8B2A-B1BDFACE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4E1AC-6F12-43A7-95C8-7C08582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010CB-6EEA-4BC6-9249-C03539E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DEABC-D065-442D-AF8F-9162BC9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4B85E-5A0E-4EE3-B66D-D0747D6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4247E-1DB2-4083-AE6D-9FE2EEE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70773-A5ED-4A0F-8651-4E200607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21238-F7B1-4E9D-9699-C0E4F196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06</a:t>
            </a:r>
          </a:p>
        </p:txBody>
      </p:sp>
    </p:spTree>
    <p:extLst>
      <p:ext uri="{BB962C8B-B14F-4D97-AF65-F5344CB8AC3E}">
        <p14:creationId xmlns:p14="http://schemas.microsoft.com/office/powerpoint/2010/main" val="21177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D8D28-9846-491C-A639-42FA816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95772-1007-44B0-8814-904D973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FBBDB-7C5D-42E6-835A-8B537AD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05276-3423-45E9-A915-F8AA0C6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4678A-BCD3-4731-A76A-94B7906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9C56E-3605-4127-AE9F-37E3905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CB38F-1D16-4EFB-AE63-F190C1B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95CEC-8265-4363-8866-24D46A7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816EB-A2B8-4C56-B5EF-7B0A72B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44873-43A0-4B15-ADA1-D76F567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608AE-7062-47C0-997D-2E11E23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1C4F1-5A9B-4CB4-B466-F5076DE2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18665-566A-44A3-8B71-FE0FA720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3c53dc38c491c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60AA-412A-4098-B303-48FC0A0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3BF45-43D7-4A4B-BAEF-31FDC4F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0ECF6-CE3A-42C4-ACCD-29D146C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61313-CE83-497B-AD28-645CB20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04C1F-DC1E-4AA2-A7A3-287F413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2D4AD-1081-470F-8C44-EC590A9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56B78-FD3E-4DC6-A507-6A99B7DB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1363E-EFF7-46D6-9B2E-5E186E55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Kleaver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DE543-A65C-4175-98CF-921AB27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039FA-2DC8-4031-8D5E-5F15FB8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90238-F38B-4FF0-8698-F11CA565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5C508-47AE-444C-9B4C-918E32D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+4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6C311-D515-4393-9CD1-462A5051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6E2BD-6D59-4300-84ED-59A0C227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2439B9-B789-4250-8909-E5B46F46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F68DA-AE2C-40A8-8344-7AAC5BF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C56EE-55F8-4CEB-A2D4-D9D0710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07</a:t>
            </a:r>
          </a:p>
        </p:txBody>
      </p:sp>
    </p:spTree>
    <p:extLst>
      <p:ext uri="{BB962C8B-B14F-4D97-AF65-F5344CB8AC3E}">
        <p14:creationId xmlns:p14="http://schemas.microsoft.com/office/powerpoint/2010/main" val="2064241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99F14-F621-4B4E-84F5-F4FE6756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1AB0-2683-41D8-8C71-26014D0A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FB6E5-33DA-4B30-8D2D-8253AFF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AD4D7-6889-47E5-80F8-6EECFBF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2BC2-5A3A-4DA9-8131-A04F302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37A2-00C1-4FD2-A100-3F2FF66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ACF32-3694-46C2-A9A5-F866E17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31BE1-64BC-4E12-8A35-8F107AB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9F4E2-8838-44CE-8C3D-4F93910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C39D6-7809-47C8-9E1B-F76294B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72E9E-F62D-475A-85AF-B90DE1B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B6DD4-C895-410F-982B-82F587DF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E2A16-D9CC-41BA-A61C-89CDFBE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4e065178c423b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6A865-9944-43C3-B8BC-E3E6D4A4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33203-BA3B-4E06-B4DA-FCFC29C7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82AA9-AEFA-4598-B95B-62CE8B0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5E4A5-2F9D-4662-93AF-42401BD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690BF-BA34-4B16-B67B-9876E814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25E2F-0874-4650-B2A0-74AAD64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87EF2-C01A-475D-935F-04FA9ED8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7169F-F163-44C1-9948-AEB0FDE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Ballistic Mace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30F62-8190-4BAE-B7AD-6A45699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C1597-E499-4C86-83FE-95277DFD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9C980-20C2-42A6-8CB0-EAD85B1B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7B89A-D3CA-472A-BEE1-8825B3D8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7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dice; remove 1 opponent Equipment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F011C8-205F-4297-B712-AA38812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2BCC6-1B94-4E3E-B94F-93E3C915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21050-575D-4AF5-8C61-39EE1B8F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8F4C1-13EF-4145-A675-D2C58FD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9B0C6-3C30-4AAA-959E-F22BB768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08</a:t>
            </a:r>
          </a:p>
        </p:txBody>
      </p:sp>
    </p:spTree>
    <p:extLst>
      <p:ext uri="{BB962C8B-B14F-4D97-AF65-F5344CB8AC3E}">
        <p14:creationId xmlns:p14="http://schemas.microsoft.com/office/powerpoint/2010/main" val="584068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897B2-F021-481B-94FB-AB3C826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20ED5-EE15-498C-B239-BD641E79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93C74-43CD-4402-A658-1752C37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5C529-A6C7-4260-BB8E-74C2771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D7268-75A7-4B16-8820-73364D4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E1EC0-89D5-418B-B44D-DFC5712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5392-B7EF-45EE-8DC7-8259CEB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7CA83-1131-4F4A-B700-B192551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3385B-E977-46FB-924D-79B9E21D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09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4B22D-F138-4A0E-ABDA-A0B0895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A54F3-A0D1-41E4-9462-103F8ABD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7E6E4-22E9-4669-A544-25F2F66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46484-6855-4AE9-98D0-C0752D6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4200ba9cc45af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6BA62-78EB-4BB0-8166-ECC205C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18DE-F279-44BA-AB57-05A8C757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FEFB2-4DC5-4B5E-9D82-E61D813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1092B-44FF-4110-8435-95C79CB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F2EAD-46BC-4E19-B60E-A548A2B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F7FF-8A5E-47F2-AA7D-EADFF8E7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474DD-38F7-42A6-90F5-7953222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37D7C-1EED-46E9-9C07-CB1A0D7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Boom Ball Bow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D1D47-16C4-4617-9F2D-F66757C0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7AF2A-912D-43D2-B5D3-9901A8ED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2C324-05BD-4341-BBEF-54B1236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425AD-8180-438D-A7E2-9B06BFD6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5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dice; remove 1 opponent Boost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CD1DD-8E95-4E44-AE54-294CFB2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F77971-3015-4DA7-9183-7D908B34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26A5CD-3AA5-4622-8614-A12B3128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17A4E-5B09-46F7-84E3-5D6EFE57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BA6AA-BB67-439C-B5C7-F6117C12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09</a:t>
            </a:r>
          </a:p>
        </p:txBody>
      </p:sp>
    </p:spTree>
    <p:extLst>
      <p:ext uri="{BB962C8B-B14F-4D97-AF65-F5344CB8AC3E}">
        <p14:creationId xmlns:p14="http://schemas.microsoft.com/office/powerpoint/2010/main" val="269955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ACC2D-17BF-4998-868A-C92FDA72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1A588-BA4E-4D1F-8E8B-748630E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2BDC8-0649-4D27-A5A7-0F90101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6A5E9-7344-4365-8239-B8C01A54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5F383-E79B-4529-BBC0-C9495C2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59191-7219-4521-976B-8DD6B5D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E4715-17CA-4D43-B9E0-B7A0CEF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21651-D69B-4E0A-BB9C-7E03705D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FB7E3-DAD8-41EC-BB64-A2A693F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849F4-9D0D-46C6-8908-C9F68036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1F84B-5B7F-4FF7-99AE-7D8EC4A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0D2E6-F38A-4506-8E07-1C2B00F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62B35-5B9D-4AAD-8D94-7A1995A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3054511894cb8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3B7D3-55F3-4605-AF45-8C6E7BD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62EFF-1575-4F04-A9CB-1A9090C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A256A-7BD9-4F54-9538-8618FCB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622D5-586D-4CCF-B83A-D2ACDBA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62855-5409-443C-B07E-EA0263AA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F436E-775A-4C56-95E5-80B8AC42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8BC8-313A-47B9-B86A-93AAAF71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C0EB4-837F-409C-B408-B10C92A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Spider Lance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5A748-4841-4CEB-88CC-011A72B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A08C2-1592-4D01-9003-DF531F9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566E6-3563-4673-8EAC-EE1A20F9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593AA-ECE8-46FA-9C7B-EB80F64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dice; +1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31710-6E36-4FAF-B671-2E88805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09A94-4D26-40EE-A5EB-A50522AA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B3DA5-D4D2-4A3C-865E-71FFF9A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6871DA-4831-4169-8C9B-FB3C0A63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3763D-9173-4A3C-B236-090200F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10</a:t>
            </a:r>
          </a:p>
        </p:txBody>
      </p:sp>
    </p:spTree>
    <p:extLst>
      <p:ext uri="{BB962C8B-B14F-4D97-AF65-F5344CB8AC3E}">
        <p14:creationId xmlns:p14="http://schemas.microsoft.com/office/powerpoint/2010/main" val="678195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50B76-FCB7-44E4-849C-A0AED10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54454-36DA-4839-BF59-0666794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FE871-C09D-4CAD-8E4A-F69FBF45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16771-8A02-42E2-8844-19762E0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88277-7C81-4816-84ED-D570E07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BBDEB-6577-4BE8-AAAE-63907AB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E83DB-A6D1-49A1-B2E7-C18665A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24E4D-7D0F-48DC-B528-26ECE1A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9F1AC-306B-4A07-AFA7-15F831CD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88903-4E26-4A9F-B117-B9B083B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8F921-7229-47AA-B055-7CB1D8F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2A93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03FC1-AE98-41EA-B829-080AFF14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C65A8-5665-4432-B2C2-EDBDC06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2A93B">
              <a:alpha val="12000"/>
            </a:srgbClr>
          </a:solidFill>
          <a:ln xmlns:a="http://schemas.openxmlformats.org/drawingml/2006/main" w="9525">
            <a:solidFill>
              <a:srgbClr val="F2A93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55b52bdb541dc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0872-C81B-4B39-9F19-BD022FBC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8BE4F-2E3E-494F-BE46-C230F14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FFDA0-EEB1-491A-9239-31564D5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110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B9A46-89F4-4264-AC23-F0AF359D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C69B0-9B00-4DED-BB45-3E8FBA51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573E4-5B79-4658-95F5-CE1EBEC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69E9-CB88-4B1D-B5A0-8E996F40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EQUIPMENT · WEAPON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DBA88-AE79-4E54-8A02-BEC7D187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Oracle Spear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59103-15EB-4950-94F1-D72C16D9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A93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7BEFA-3DA9-4C15-9167-8A9B13B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E5B18-45F0-46CD-92A2-0020A84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D2FA4-D045-4C4D-AE13-69C3B75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+4 dice; +2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07170-E1BD-46AC-889E-0CD7053A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2A93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45256-53F5-42CE-8326-E7A32D9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84A4C5-8076-4A08-AF2D-4E75418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1C86F-D886-4143-AE4C-AF4CFA9A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BB950-7AE1-4E37-94A0-4102738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11</a:t>
            </a:r>
          </a:p>
        </p:txBody>
      </p:sp>
    </p:spTree>
    <p:extLst>
      <p:ext uri="{BB962C8B-B14F-4D97-AF65-F5344CB8AC3E}">
        <p14:creationId xmlns:p14="http://schemas.microsoft.com/office/powerpoint/2010/main" val="1534124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8087A9-F74A-40EB-A24C-3ECCA57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6CFC8-218C-441D-8CEA-14CB4393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EA03E-B65D-408B-A57E-37FC955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7484E-4DCD-4497-BE90-EBF85B5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EA5AD-2730-4949-9C5C-CBD61DB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352AE-F48A-416D-87AC-252186C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E8773-5D18-40B3-AB67-14494AF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8935C-7C09-4129-A476-F87A994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88F39-95B3-4D44-B961-A8D85D17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2DC93-D7FC-4DCE-ACD0-76BD1C36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34796-DA3D-46EF-BC87-C462F3D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BF3F4-BC6F-422E-9B4D-18CB747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04B4A-F934-415E-8AB8-F28A109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47c1d65fb45f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EE79F-9873-40EC-939F-E3137838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4C4DE-6B58-4043-81E1-4FF84D93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95012-F87A-4912-B278-4688223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B96C5-F864-4DDB-B222-9FC002A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9E0EB-9DFB-41B2-8BAD-C925C9A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377D0-C570-466E-9B2B-610697E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AF0D8-5C2C-4993-BBB7-A631E8F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8492B-08BB-48CB-8959-9C588D43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Heart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BE20D-EF5B-481C-ABA8-2817D96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6828E-ACB9-49A1-9350-B24AF599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9E058-C8CD-4010-A69B-8619F78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248A5-6609-4A6E-9007-29F969F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C7F94-9861-4E98-9C50-C902EAEA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A90AB-65FB-49F7-8505-CC04BB6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5B106-32F7-40C5-A1CC-7029B2CB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2CA1A5-E25C-4D17-9717-6DD5175A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D9F9C-5381-487A-A5FF-3940E99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12</a:t>
            </a:r>
          </a:p>
        </p:txBody>
      </p:sp>
    </p:spTree>
    <p:extLst>
      <p:ext uri="{BB962C8B-B14F-4D97-AF65-F5344CB8AC3E}">
        <p14:creationId xmlns:p14="http://schemas.microsoft.com/office/powerpoint/2010/main" val="539156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21E1D-2324-47DE-9CBE-031847C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38944-A75B-46C8-8973-FAFA7D5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D47B2-2A8E-4D25-BC46-0E05009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E373B-7AE3-43A1-A7D2-4063C765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BBB34-14E9-4F9D-A661-88D4799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80BD6-2618-40E4-8E4A-48F00705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929B2-D536-48F3-B50E-9413BE0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1AA3E-A0F6-4EB6-B8DD-ADFDE7F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C18B2-6227-4ECE-8A73-45BCBCB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CA9AF-9559-4851-8114-F2827A3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5D1F8-0236-4EC5-ADF1-6B1C4D4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870E2-6EF7-487B-A070-1BA68891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AA29C-C12B-4441-A5C5-7996A12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fc88d8c624489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BA21A-08B8-4B22-A646-F455C929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43EF1-4FB1-4018-9E22-21D69ED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F043A-1D59-4B2E-A9EF-9015B3F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30039-CE66-45F7-92BC-68AD3AFB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AD9AB-6F71-40DA-AFCB-535367D9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3E298-77A4-4C42-8636-FD385814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C1DAB-7309-4ED0-84F7-E658DD0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34416-A05E-4344-AC27-F20718DA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Melee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5652C-4F54-4AA1-9E55-BE6AECA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A5A9F-520C-49DA-B715-EF1AD53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D8B06-B5A0-4CD5-A596-DBD23402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714EE-1589-41E5-A8AC-382C07F7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9AB61-F1B1-4736-BFA5-B6CBCF7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C4040-75B4-4543-A522-132159A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90D45-CC3F-47E3-9FE8-472CB9B5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9B7B93-A706-4DEF-8C30-DFE70AAE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7BFAD-BDD8-464F-8B5B-9F0746C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13</a:t>
            </a:r>
          </a:p>
        </p:txBody>
      </p:sp>
    </p:spTree>
    <p:extLst>
      <p:ext uri="{BB962C8B-B14F-4D97-AF65-F5344CB8AC3E}">
        <p14:creationId xmlns:p14="http://schemas.microsoft.com/office/powerpoint/2010/main" val="19348206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0BD30-EBD3-47E5-A7CD-50E832A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2414C-51C5-46B0-AD7A-A1302A8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C4124-F896-4DA6-B272-DDA83586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B4DCB-696F-423C-82DC-5813D7D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9CA7E-C31A-4CCB-A95F-BC216A90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CA0A9-2D6B-4BE4-87AE-EF03F31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F091-645B-4719-BD56-337373A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481A9-0408-4547-A9FC-3FF75485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EC764-4940-479C-A1B7-544D522F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11A28-E80A-4571-96EA-0990FD3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827A2-EB55-4FF4-83A4-58DAA2D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3DC05-8F5E-4E78-AA88-6A79181E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A2662-1C58-4AA3-BD8E-A25D81D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d205ccece4844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C4901-7615-4EAE-9909-D538F1E2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BBE2A-D376-41A1-84A9-D3C146C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98971-C3DB-4E64-9BB1-5B16B9AF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98E54-A523-44A6-A132-E906F28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6402C-454E-44AD-B8F8-E1D8BE4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195C9-BC62-4C5D-BAA6-1C85039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0395C-4B12-4D35-9C92-57B2B00E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A1015-7E6F-4852-B266-61A861B0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Vanguard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F9139-B2DE-46E2-8D39-8EB67B3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29DCB-1D86-4FBF-8FD7-7F248DC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00215-D018-43C6-B9F4-5230217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F4044-4CE1-44BC-B07C-019AD79C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6CB60-5F85-4BBD-92AD-A9FFFC2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A24EA-6BAF-4C8F-860E-38FDF7D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46C6C-96CA-43EC-85F7-EBA6131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DE544-5E95-4548-87AF-6C8454EC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813DD-897B-42E3-96CB-70C923A2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14</a:t>
            </a:r>
          </a:p>
        </p:txBody>
      </p:sp>
    </p:spTree>
    <p:extLst>
      <p:ext uri="{BB962C8B-B14F-4D97-AF65-F5344CB8AC3E}">
        <p14:creationId xmlns:p14="http://schemas.microsoft.com/office/powerpoint/2010/main" val="12871004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299A65-FDCE-4AFD-9752-0323D378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022F1-E6CF-48CB-A8AF-D5939AE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39AF5-5804-44FF-B3E7-B4175C61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2E45B-9A20-4BE7-9BD5-AFE650A2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72F14-E08E-4E82-BBA3-708D7C5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439A-E91C-4EB6-896D-792AEBD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50CA6-0D71-44EB-9A1B-D220823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22EF6-FE7C-4769-AA6E-52C2211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2F6C8-A9AF-4F7C-84B7-5A2A98EC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934B3-C91C-40E8-BB97-B9BBE850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8605D-52FD-4F7D-99F9-4B79697D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D1E57-6533-496E-BDBC-E36642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A29FE-5FE2-40E9-8858-1FB4A17E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8db5a76df4d2b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F868-199A-4662-9082-05B70C27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559CF-7DC1-42FB-9530-C028A49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8E64C-60EF-4A2A-AD1F-7B5B464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472EF-8E87-490E-B3A4-FA5E3EB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24D37-421F-47D5-B750-2E120EA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31128-D41B-43BD-B1BE-90C8FAA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499D9-6271-4994-B1C2-34D7AC3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7E38D-C974-4913-8348-6B5D906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Skirmish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F084D-4C1F-4D29-BB56-5DEDF41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B069F-D1E6-441F-A95A-0BDA1AE9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17054-DC25-4AF7-962A-43BFB3F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EE5E2-FE91-4D46-AD7F-A50CE1A3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4339E-962C-422B-8AB7-5474A57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6B452-005B-4788-A0E9-0EAD574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ED64A-3D91-4B66-B8DE-CE420E48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800A1-140B-47B6-ADF6-228A74B3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608AC-1A57-47F5-A771-EC623D5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15</a:t>
            </a:r>
          </a:p>
        </p:txBody>
      </p:sp>
    </p:spTree>
    <p:extLst>
      <p:ext uri="{BB962C8B-B14F-4D97-AF65-F5344CB8AC3E}">
        <p14:creationId xmlns:p14="http://schemas.microsoft.com/office/powerpoint/2010/main" val="7843276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BEA6B-D5E6-452C-9C30-39688C02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CD1FE-7B16-4BC0-BEF1-6F5178F7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63C5A-48D5-43DC-9171-8625E7FF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6116-697D-4C6A-98F4-26CEA0E9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8431-55E1-49A1-B01C-2307DA0F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950B-1703-41F4-A124-5AAF4917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39218-B5AB-4199-9441-8A84831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8D893-F3FD-4F0E-A5FA-4A0F0B40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06506-B3C2-4AE5-8E91-4144EFA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42574-B48B-4539-BC8C-E6165A6E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80057-FBAE-4A4D-B774-D2686A2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CA5DF-BF22-491E-89B8-2A2FF114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E3913-D126-436E-A375-036982F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320388cc04f3f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89AB1-CF50-4868-9ADF-A729193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39417-02C5-4B45-8FAF-C7F4ED4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672EB-59D9-4982-8AA5-474D8AC8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96978-2646-4C56-81E0-FFC43AD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EA198-6D9D-412B-AD97-0410D9FD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E1714-1957-4079-8087-14C88C8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63A4F-105A-415F-87F3-DB40A6C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B5DD4-1238-4C3A-989E-6972FDE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Jousting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07FE2-1DCD-4197-9F46-BD7A029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88AC0-DF9D-40AB-8F3E-1E825A18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06648-F6DC-4CB1-ABAE-DC55E98A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58D23-7857-4FF3-A4FF-72D7E61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+5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73BA8-F5D2-4D48-B371-7E6217AA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29ABD-768A-458B-BA76-DAA03B3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1235E-A208-4E8C-8C67-62A88AB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A47D5-8EA6-44C9-AAC4-A145F00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85960-59D5-4672-BAC2-24742C94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16</a:t>
            </a:r>
          </a:p>
        </p:txBody>
      </p:sp>
    </p:spTree>
    <p:extLst>
      <p:ext uri="{BB962C8B-B14F-4D97-AF65-F5344CB8AC3E}">
        <p14:creationId xmlns:p14="http://schemas.microsoft.com/office/powerpoint/2010/main" val="1107206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E2C6F-55F1-47E4-8317-BC0BF116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B0599-1C39-43FD-939B-B86CF15E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0158B-73CE-4CDB-85A2-1929E4D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F9032-891E-4FE4-9207-07AEFEC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2819-3E8A-4672-839F-70D51C65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66975-5E40-4E7F-832E-6BC190E4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E9924-D897-450E-8DC4-5E873B05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0EB69-B62B-4895-B0E0-756F31C2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9490-5032-41E7-86CF-7799B064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88750-AE5F-4948-97AC-29FA5E4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5617D-0B86-400F-8145-73157E6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227F3-B062-4E71-8432-37C204D2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2E870-DC70-4D0D-AFC6-C046234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06f9ca0c94f42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B1332-8454-44D7-A1C0-54FECCC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82E71-2277-4AEB-9D7E-A61E131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4E4DD-2979-4F63-82AB-B9406F54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FE79C-B2EF-4789-A26B-186D0084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A89FE-2C01-428D-8CB3-DEC9F95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E2BC3-08C2-435B-A1A6-DB1E481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88B51-B95B-4CE7-974D-B1CE00E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AB9B6-3B01-48A6-AF7F-B7574FC8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Assault Shield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878C0-D2EE-4D7A-BF95-738F9F46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E6AD4-B9FB-4458-AF56-6ECF872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0A9FF-15DA-41A6-9749-7D173C2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0A066-FA94-4606-8DDC-8C30F2C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+6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8B700-C0C5-487B-B59B-35D1496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3C6C1-EA68-4988-9117-8FF91C5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2A222-3707-4F68-94AA-DF5E98F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2C996-8520-4047-96B1-C01BFFB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E1DCD-8170-4415-B62E-84F49FD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17</a:t>
            </a:r>
          </a:p>
        </p:txBody>
      </p:sp>
    </p:spTree>
    <p:extLst>
      <p:ext uri="{BB962C8B-B14F-4D97-AF65-F5344CB8AC3E}">
        <p14:creationId xmlns:p14="http://schemas.microsoft.com/office/powerpoint/2010/main" val="1085494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29748-209C-49C9-A93A-2582605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868D2-C73F-4B61-9D2E-A2E21AA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442DC-DC95-43C3-94C1-B8915B1C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4B000-1025-4E2A-8C3F-6F7045C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FF336-F930-473D-95AB-DC94A426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3A280-0DE3-4B73-BAA9-125EFF9A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EB660-AC3B-4C0E-AED5-34BE4AF7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C9678-4724-4B68-B425-35C3AE0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F218D-2112-4C91-B0FE-E1141E30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C203E-EEA8-45CA-9EA6-783DDF1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1D629-E3FA-4CB4-81C8-5EE7099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9FFD0-4A36-4F28-81F4-AAC6F904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E54CF-851B-449D-B4AA-84AEFAB9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8cbc80d8c4a9c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98914-1197-4CAF-89C8-BE56A62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20096-AD48-41E6-BBBA-A26638C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3E8FD-C817-434A-ACD5-2860209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D84CE-8C60-421F-A5BF-71581FA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B0696-2D37-41E5-B635-5AC1D41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C8347-27A1-4CB0-B14D-E7943E84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AF5E-E79E-49CB-92C2-12B4FCD5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8F99D-8BAA-4AEE-B27A-970EA1A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Rider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6F0D7-2A84-43BC-90A3-F0EFEA3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635E6-7359-45DD-BDD6-EC0BEBA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3104D-12E0-4D0E-9666-AB414FDD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0692A-EE85-4630-A94A-27058CFF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+6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F250D-341E-4005-A2F3-D9B9DB50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304E5-0E11-416D-85CA-F3A9E47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2117F-AFB6-46EA-82A5-71FCA73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76188-CEDB-411B-A59D-0774E8E3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6588C-98A6-4649-9F44-AF58150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18</a:t>
            </a:r>
          </a:p>
        </p:txBody>
      </p:sp>
    </p:spTree>
    <p:extLst>
      <p:ext uri="{BB962C8B-B14F-4D97-AF65-F5344CB8AC3E}">
        <p14:creationId xmlns:p14="http://schemas.microsoft.com/office/powerpoint/2010/main" val="20432885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DBCFD-00C9-421C-BCEF-2C93553B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BD24B-7BD7-4724-921B-E7C7884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6DC87-2CA7-4EAF-82BD-ED921B5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8D713-094C-4D9D-BBCB-0F2A0DA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76B4D-1CA3-4DD9-9612-51C05EB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5400-BA9A-4F70-92FA-8D8771A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6B261-4EAC-48DB-B29E-814593BD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01099-EED0-41F0-A4FD-F3ABDC47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5A360-802E-4D83-ACFA-01637D8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19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14A7E-207D-49BB-8BA5-69F9B6D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D44EE-FE5C-4606-A0D8-D3C8AA9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35D63-5664-4B27-B68E-45FD1F4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73466-AA0E-4388-A614-284C0BA3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c6aef88b04c4b">
            <a:extLst>
              <a:ext uri="{96DAC541-7B7A-43D3-8B79-37D633B846F1}">
                <asvg:svgBlip xmlns:asvg="http://schemas.microsoft.com/office/drawing/2016/SVG/main" r:embed="R9aa89928c9644f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28750" y="1457325"/>
            <a:ext cx="2571750" cy="2952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CE4F3-84F8-43E6-9DBC-A0EEDF2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D2989-EC24-414A-A194-3A5690BE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C0DE3-0D72-4EB0-86BC-DB6EF7B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F1B71-8F84-473B-8A29-F8AE0601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E119-669F-4DE5-857C-9F1EEF35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B25D8-63EB-4F08-90B4-7D0513EC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ART RECONSTRUCTED FROM SOURCE TITLE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DFD66-FC55-40E5-90A3-63A0F93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60A44-C968-48CC-A651-0F7487B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Spider Armor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2160D-CFDC-4574-B299-F8A81DA6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9B342-D509-4D69-88BE-7C156AB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C0081-1CE0-476A-81AE-228FE63C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30098-79CE-4366-AD60-0033241F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9A49C-ABC8-4DC7-B80C-DE5157B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CF190-E402-416A-BB3A-F35E5AD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B7164-BDD1-4B98-A534-C6B50AB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525D5-9046-40C5-B7F0-B4ED16FD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E2743-D86A-4948-8E14-BAFFDB1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19</a:t>
            </a:r>
          </a:p>
        </p:txBody>
      </p:sp>
    </p:spTree>
    <p:extLst>
      <p:ext uri="{BB962C8B-B14F-4D97-AF65-F5344CB8AC3E}">
        <p14:creationId xmlns:p14="http://schemas.microsoft.com/office/powerpoint/2010/main" val="3813371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EB3FB-EA28-4DEA-8CD8-A384ECC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F7CC7-7AB8-4EBB-9B17-2351971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52CBF-CC16-4FD5-A027-5295EE6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C7B53-71CA-47C6-BAB3-52CAA66D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958A4-4C2D-4666-8F24-8CAA6FE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15E89-4F43-4D56-B45C-9AB707C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56FF6-7C81-4B45-A573-A8D46048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82276-E458-45A5-B79F-51CC7CA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D060E-D635-4429-845D-08BCDD0F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3FD7A-A590-44E4-9B7D-DF502DAF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28EDA-5992-443F-A697-C0734ED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43C8B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983BF-43F2-4397-A125-DEC69D30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A3F31-D517-4577-AA2F-55965119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43C8BF">
              <a:alpha val="12000"/>
            </a:srgbClr>
          </a:solidFill>
          <a:ln xmlns:a="http://schemas.openxmlformats.org/drawingml/2006/main" w="9525">
            <a:solidFill>
              <a:srgbClr val="43C8B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84e9abfa44ba7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BFB6-A47E-4BAA-88CC-83541C4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A1296-D973-49C3-B4CA-68D39F73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240E6-AE34-4B37-A891-B3E186E0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208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7FA92-B6C4-4932-B264-F864CE7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1DB49-9F13-411B-86A3-46AA8090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40628-0E23-4C0E-BCCD-7FE4C318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D46F9-9970-4F1F-A886-603731C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EQUIPMENT ·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EE7F7-FC6E-431E-BC47-AB7D353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Elite Plate Armor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566A4-8F94-4EF0-9EB1-5C2336A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C8B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91F62-8D23-462B-9F34-AA39BB2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B83A1-FFCF-4D87-950C-2EDD1E5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1A5A8-B176-44AC-A0DB-2B123DE8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+8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0D0E0-A3CD-4098-A1E7-C9C703A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3C8B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7365B-0435-4049-B996-DF4A8217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3C8B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67235-293C-4EF7-83D1-264C32FE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8234A-5C64-403E-A0F4-7320317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F9A5E-D9AF-4762-A961-D56F195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20</a:t>
            </a:r>
          </a:p>
        </p:txBody>
      </p:sp>
    </p:spTree>
    <p:extLst>
      <p:ext uri="{BB962C8B-B14F-4D97-AF65-F5344CB8AC3E}">
        <p14:creationId xmlns:p14="http://schemas.microsoft.com/office/powerpoint/2010/main" val="20524242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B161B-2236-4BFB-87DC-09502E97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FA063-3260-46B1-AD98-4EFC408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A3DC1-FD28-4A6C-8C65-2DD7621C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A62FF-A30A-48D5-9689-F9919D4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8D965-6784-4BB0-B147-C52E7AF6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36F83-1D5B-489C-9884-20F8EB8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30F4B-2D20-4CC5-AEC0-F0602EF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4F9D7-8A2C-4C5D-B6CB-E99D5D9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B7B28-CACA-4D58-8971-4E9E33A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DE9B2-2604-4612-AA5B-913CCA8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45D48-4081-4C44-B54F-C96EA67B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B282F7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4DEF3-09D0-4D3B-9969-EB020FA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5E8FB-81E3-4365-9FD9-AA8E30C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B282F7">
              <a:alpha val="12000"/>
            </a:srgbClr>
          </a:solidFill>
          <a:ln xmlns:a="http://schemas.openxmlformats.org/drawingml/2006/main" w="9525">
            <a:solidFill>
              <a:srgbClr val="B282F7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072e38e6441a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02642-A756-4EA9-A892-75ECA19C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3D5B6-0951-4E62-9AD0-AAEA8B5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982ED-B26D-4084-B185-7F337DF8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FF63B-B356-4D68-A443-D266BFB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55431-DFE8-45CF-9DAB-65A7B72F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63481-D2B2-450B-BA9D-E6B0BAFE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95363-3261-4EC9-8BD6-6FC6B0B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12223-ED8B-4942-9E41-DA39D1C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Red Manacle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86BE8-07F3-4087-B829-B152505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6AC24-2B57-4107-8DFD-DF1A6B37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6629E-6EAD-45F8-B7DF-16B99113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1B5C2-4C64-45B1-93AB-26B8903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DDF78-8C4C-4295-9E14-65A36EC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B282F7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AD3B5-8B8C-498A-8DFC-300C4CAB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B9365-3E02-4426-B689-31854B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33FA27-2917-4E70-A7B8-A2740CFE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76E00-CCC9-4FDB-AD97-A3D5475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21</a:t>
            </a:r>
          </a:p>
        </p:txBody>
      </p:sp>
    </p:spTree>
    <p:extLst>
      <p:ext uri="{BB962C8B-B14F-4D97-AF65-F5344CB8AC3E}">
        <p14:creationId xmlns:p14="http://schemas.microsoft.com/office/powerpoint/2010/main" val="18600760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0D0CB-A174-4BE4-ADA0-2F330F5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2129B-7640-40D7-BF48-C6FB7B00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696A3-4C97-4693-8672-D5F1A1CA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00039-5C11-4D5C-A0BE-4A7CA35B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376D1-AAA6-412A-8880-5AA7C31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8EE3A-D777-479F-AD41-431242D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A2F31-114F-4E80-B066-B8E2F2E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467E6-1A9F-4FC7-A62E-84FD65E3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A3A91-8749-4AF4-BAE3-94B577F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59BB4-230E-4EC1-B885-9ADDC00A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A4872-436F-47E2-86A3-8F8DC13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B282F7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B5B0F-1E8E-4B7E-B117-8D01B044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CD580-0D82-48E6-BA94-7956842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B282F7">
              <a:alpha val="12000"/>
            </a:srgbClr>
          </a:solidFill>
          <a:ln xmlns:a="http://schemas.openxmlformats.org/drawingml/2006/main" w="9525">
            <a:solidFill>
              <a:srgbClr val="B282F7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e899f8475426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A843E-9DA0-49CF-9657-51A56397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13057-41AB-463C-8A29-9FB26A5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DBF24-C4D7-4880-A5C8-4E0DA33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301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1DCB4-59D8-40AF-969F-3C19121E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74D0E-519E-4515-BCED-BA2EC869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383BD-429F-4D1D-B66B-694DD35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139A4-D364-4E86-B5F7-74A85BE5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FB2C8-C746-4064-8A54-9257BE07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Blue Manacle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7E5F0-A35E-4D15-B81A-B81C385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91554-3F04-48A8-AEE1-7E96CF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63D6D-D6EA-4FDE-BCE6-B3EB3701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BE5A2-6F49-4E11-918E-1C3C6BE5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+4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EFAEE-289D-4738-AFFA-A9E4E7F5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B282F7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65C47-EB91-44B8-8863-ADC16C25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380B9-28EF-483B-8E61-B907F13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D0DB1A-677C-4276-964F-30296A1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A147E-22C9-4B29-BAEA-2B3E0B9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22</a:t>
            </a:r>
          </a:p>
        </p:txBody>
      </p:sp>
    </p:spTree>
    <p:extLst>
      <p:ext uri="{BB962C8B-B14F-4D97-AF65-F5344CB8AC3E}">
        <p14:creationId xmlns:p14="http://schemas.microsoft.com/office/powerpoint/2010/main" val="5279902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B8AE5-FB80-40AC-A499-4D6E514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818D3-271A-478C-8C28-8F391A3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9F067-44CD-443A-8FB9-4173DEED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46E9E-23DD-49FF-A312-C250178E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0E852-FCD5-4DE3-9C2B-0DBF83C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A8540-7A5C-48E0-9341-1FF6B4A3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1195F-1585-47AB-9DE7-E842A96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3EFF3-52B9-43B6-8205-867ECFAE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0A3E7-D496-473E-9AE5-5A9D33F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98B6F-583E-4141-9757-CE8E96F3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A8856-0177-449B-A9A0-BAD7EA3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B282F7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25B38-6B64-43E1-8377-4F3BE5D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EB116-8192-45D4-ADFE-44E505C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B282F7">
              <a:alpha val="12000"/>
            </a:srgbClr>
          </a:solidFill>
          <a:ln xmlns:a="http://schemas.openxmlformats.org/drawingml/2006/main" w="9525">
            <a:solidFill>
              <a:srgbClr val="B282F7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bab677482499e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E419A-A27A-4165-BA9F-17E336B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A32B1-7602-4B8F-BA71-670157B7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3AC06-59E2-4ED1-AAD7-143C13A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302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83268-2EDA-4585-8E00-995C0A8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297FC-EFE2-4EC5-9360-25865FEB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6165C-AC1F-47B7-98E5-568FF1F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55BAD-542E-442E-AA92-EF161F2A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3414E-CEAB-4008-B486-91C9CD5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Yellow Manacle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2EF50-6515-42FD-863B-E97E330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13114-FAA0-4E99-9CFD-08BEC9A7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28234-D2B4-49EF-A081-9C422FCD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7D23C-EF01-4ACC-A03D-4D8DF0C3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+5 Health 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37BD0-679D-4D3A-81E2-B5F5EAA3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B282F7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EED2B-B275-444A-86FD-C43EB0B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6D5C6-31A0-4812-8219-23126EC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FC84F-5107-425A-A7D4-773AD6FB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6A222-FC20-4050-B9AE-4D348EA7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23</a:t>
            </a:r>
          </a:p>
        </p:txBody>
      </p:sp>
    </p:spTree>
    <p:extLst>
      <p:ext uri="{BB962C8B-B14F-4D97-AF65-F5344CB8AC3E}">
        <p14:creationId xmlns:p14="http://schemas.microsoft.com/office/powerpoint/2010/main" val="7353811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07A95-C7C6-4574-987C-055783DA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4943-0439-48A3-B6AA-27DC22A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9E9FC-96BF-4297-8BED-3EB13DB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12396-00DA-48D6-840E-D59B426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4B1F-D3DD-4781-A40D-F2073A9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DCD9B-BF12-41F2-8129-99FF871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B817B-8304-4929-B29B-FC8FA8C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7B2B3-59B0-4B08-85EB-873E783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62597-5D29-414E-9353-2B60B9F5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BC89E-E723-415E-B687-034E1E4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41F0F-601F-49E2-919E-6C9FC4E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B282F7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622D3-F7CA-46BB-AFFB-8B75F079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EA516-80DB-4634-B011-326A5CE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B282F7">
              <a:alpha val="12000"/>
            </a:srgbClr>
          </a:solidFill>
          <a:ln xmlns:a="http://schemas.openxmlformats.org/drawingml/2006/main" w="9525">
            <a:solidFill>
              <a:srgbClr val="B282F7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e921731bd4622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D129C-71C7-4209-83A4-39096DB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B6F46-5695-4BCE-A97D-113F38E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C0AA4-BD7D-44BD-A324-75C7EDB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303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88DC1-06E6-491D-9EA6-783ABF31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CE61D-EBB3-421F-90C6-9368A38E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CE7C8-5E25-49A7-83CC-C50DC9AE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9A009-173E-49D2-A60A-E45D8E7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FCAEB-C757-4827-B2BA-660FD1E1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ED6E6-4440-4BF8-BECB-B2A837E0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BCAB0-2951-4D03-9C65-79961387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B9870-0214-4A81-8076-EC52F4E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2D477-B29A-4582-A2D9-0D93663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-1 dice to opponent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DCF34-9C00-44BF-B10F-2921549C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B282F7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98854-AF8B-4E23-B0DB-D3E6BC3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B34AC-6DC5-4763-ADA7-DAC811EE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4025D-2AD7-4907-9DDC-976FED4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2A5133-E73E-4E6C-995E-59D6DA98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24</a:t>
            </a:r>
          </a:p>
        </p:txBody>
      </p:sp>
    </p:spTree>
    <p:extLst>
      <p:ext uri="{BB962C8B-B14F-4D97-AF65-F5344CB8AC3E}">
        <p14:creationId xmlns:p14="http://schemas.microsoft.com/office/powerpoint/2010/main" val="11236996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0BB52-699D-48A9-B5D4-3B01CD0E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A3EE5-A1E1-4F9D-943C-5D6C271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8741-8CDE-4678-958E-4D0FE65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8ABFE-206C-4C43-9FB3-EF69BCFB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3FC99-BA9F-4323-97C3-2F18E39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C7D9-BFA7-4A44-B514-B1D41DB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D717D-05D7-498D-8C3C-935A7B9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6F45A-DCAF-484D-9A0A-F534A7D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13AA2-EECB-4EC4-8F95-4337FA3F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CBFBA-9B3B-4FB0-B85A-F6E39E65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19DD9-5A9E-48B9-8D19-21E103F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B282F7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3593A-B8AD-4A6F-A226-C9FAC37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95758-4A2F-47AC-BDE3-C17A8F3B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B282F7">
              <a:alpha val="12000"/>
            </a:srgbClr>
          </a:solidFill>
          <a:ln xmlns:a="http://schemas.openxmlformats.org/drawingml/2006/main" w="9525">
            <a:solidFill>
              <a:srgbClr val="B282F7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5f75e7ba84d21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650F5-2E45-4356-8D0B-27D5BA0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8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C5B4C-B3BC-47D5-BF13-D533780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39D8D-F1F5-476D-8737-7C254FE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304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35227-8B70-4FEF-9D5D-B52CD5F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4F50E-990E-46D5-B7A2-B09E34F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13119-B097-4AC1-9F67-8606782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EB8F9-1BA9-413B-BEAE-62463BB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EQUIPMENT ·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9F02E-D900-4420-B463-026CA39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Bug Zapper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2BC03-32BB-4BFD-BA8A-52E0B63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282F7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0BD33-E34C-48C4-9707-4267FE12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83E40-88C4-4B82-8689-AE91B98A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0B6F9-E673-4352-8041-E64871D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54D48-E41C-4669-8FE3-25DC315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B282F7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F8DD7-FD61-447D-9BD2-D838CE8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282F7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39858-1B92-47AB-A41E-F4A1627E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471F3-591E-4D06-939C-5363F824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C3AE3-505B-47EA-BF90-2BFD27E1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25</a:t>
            </a:r>
          </a:p>
        </p:txBody>
      </p:sp>
    </p:spTree>
    <p:extLst>
      <p:ext uri="{BB962C8B-B14F-4D97-AF65-F5344CB8AC3E}">
        <p14:creationId xmlns:p14="http://schemas.microsoft.com/office/powerpoint/2010/main" val="16305141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AD9FE-8BF4-4356-9E57-DAB6979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1E9C-329D-499A-9B68-DAA5A1B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41076-029B-46FE-8C89-71C1CF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1C472-2D33-4372-B1D7-341D05E1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7AA71-4332-4DFC-8BA3-F98F2C5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9A7DB-1B57-4B8E-A82C-7A75F15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41F0C-048B-4EE4-8948-CBF63F33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30ED7-FD42-4663-8F43-04020C7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C1942-1A3E-40DA-94B7-D85FD4F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81AE-2E5A-4311-B330-E925891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1E6B6-43BA-4AAF-8576-7608605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46E55-251F-408A-8600-171B6B2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0CED3-CE24-488C-B561-C63C4808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77769ce5b4887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A5239-C051-478F-ACE3-6D56BAF5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80072-0C8F-4AAC-80FC-E7424A84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C66F8-8C8F-4A50-8797-5A4D4B03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05A5B-A599-4735-A5C5-EE55AA0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91DD5-96BB-4A12-9B1A-298DC7AB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B53E0-602C-4770-9E11-7D659463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4602D-4D76-4238-A52B-D06A128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4A864-03B7-4783-9A40-6D4206F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5F3A4-ABB0-45FB-8CB5-B9A9FF4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484EC-DD1D-44EA-AC47-EE2D80B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7A9B9-B896-4055-A243-DD52F2C2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3F965-F988-443D-8713-1635DC5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-1 dice to opponent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94359-2D89-4409-9494-9FE32FE5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E1FC3-538A-4344-9AC4-F0792707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03646-74EE-477E-A0C2-2BE45203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6AC4B6-9DBA-4605-895C-036CA95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C8123-4133-4B37-A092-5388A2D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26</a:t>
            </a:r>
          </a:p>
        </p:txBody>
      </p:sp>
    </p:spTree>
    <p:extLst>
      <p:ext uri="{BB962C8B-B14F-4D97-AF65-F5344CB8AC3E}">
        <p14:creationId xmlns:p14="http://schemas.microsoft.com/office/powerpoint/2010/main" val="1214799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81F49-C8F2-4100-BC06-0039E76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7A209-8B75-441C-99FE-6CF846BB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16356-4D5F-4CDE-BDED-E9318AD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ECB8-A72D-4897-ACCD-072B923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237DA-4A60-4958-9F6F-4CAC4E0D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1A739-F610-48C9-837B-CCD44E9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618F2-7188-46B2-9E68-7C71021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D2B0F-A846-44ED-92A8-5413BC9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92EB7-FF92-426A-ACB0-90252DDE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18268-F25C-43BE-BB5F-0A00443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C57C2-ADEA-4F64-91E0-FA9BAED5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02A5-AA63-4E4E-8BC7-19C2970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B7BB5-DDD3-4615-B18E-3BE08FC5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deca6b14a483e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497B1-7AF9-425E-AF8E-D125D65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B4C5A-6D9C-49E5-9A8F-2D8CF6AE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2290F-FFB0-444A-A4EB-11D4DC9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97F3C-F29F-4B71-838C-D1B2375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A5598-DE24-4869-9BB7-BE44FAB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CEC88-B084-4F1E-A2B6-3C6BD7B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DD587-B154-4E28-A905-F72396AE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F513C-8D34-4EDF-B59F-60AF0CC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E9D85-73FF-4CFF-8A9B-F99C0F1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0D33B-1DDB-40A4-AE41-8F4B8DEF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A8146-C42C-463B-BAB5-2E398139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09BF8-5C9A-4AE2-8666-D0E7E4F3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-2 dice to opponent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3FC32-D3EE-4B74-AF0F-98E7257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26510-1A50-49E9-A5FD-84CCB5B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171D1-F35A-4276-86F2-DC3BC6C0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DE1CF5-75DB-4D43-9CBC-AE47CB9E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A4E99-273F-4C49-BB15-36D13BD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27</a:t>
            </a:r>
          </a:p>
        </p:txBody>
      </p:sp>
    </p:spTree>
    <p:extLst>
      <p:ext uri="{BB962C8B-B14F-4D97-AF65-F5344CB8AC3E}">
        <p14:creationId xmlns:p14="http://schemas.microsoft.com/office/powerpoint/2010/main" val="1040909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82081-B98C-460F-80DD-64D6F611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661E5-0AE3-4209-BEC6-53CA91B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384E2-5AB6-4461-804F-6A1CA33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B1983-CB58-4034-A95C-77228221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776B5-BE71-44ED-8756-21813E49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29ED-2251-4B6A-ADAB-A4379E75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6D34A-6C19-4DF1-BED6-AB4175E4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3770B-8F71-4D2B-9754-CD8942BB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12436-3B63-4E4D-A573-0536EB77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7AD2F-293B-43C0-8A59-46846B66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A7DA5-B1A9-4347-97A3-FEEEB9E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B90DD-310F-4AEF-9726-E5554D9C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EEDE7-66AA-4059-BC83-3BB2532E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e39ad86a14456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E2BD3-4C94-4C04-927C-D282E9E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6D326-AD8F-4292-A462-DD8189E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75847-068E-4CAA-9A83-EEB09CE9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C3F99-4DBA-431E-B162-8A85542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FB25B-FA07-44BF-A538-0437E43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555F1-4034-45E9-8622-993594D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4FA10-79A1-4982-983A-06FEF48C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38D9A-862F-425D-B167-5149C4F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B6F46-77A8-4E4F-91BB-7D5781D7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9D24C-CF6A-4A3B-9888-D3EC21D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58B23-AE4E-45C9-A944-60838E4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1C109-5A76-4D25-9A21-F973A29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-4 dice to opponent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B0C87-34CC-43E4-974D-A9E5ECF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4B432-9B7E-4CEA-B55A-7573D15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E15A5-F460-467F-8EC4-66A7D976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C45B9-1242-492E-8437-2141319C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C51D5-CD9B-4427-884C-6864108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28</a:t>
            </a:r>
          </a:p>
        </p:txBody>
      </p:sp>
    </p:spTree>
    <p:extLst>
      <p:ext uri="{BB962C8B-B14F-4D97-AF65-F5344CB8AC3E}">
        <p14:creationId xmlns:p14="http://schemas.microsoft.com/office/powerpoint/2010/main" val="19036542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EEB15-FDBD-4B45-BD14-B52F214F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24976-800A-4104-9F2C-D32AEE5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B5284-EEEB-49F5-ADBF-2C4766D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FF104-DCEE-49E3-BC5B-CB3E3D9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8070-F39E-47EE-91D0-52281D8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5AD3D-BE5C-4D20-AAB2-BF33498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9F350-82D0-4005-807A-5A68628A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2D007-96B0-4F8C-89B1-6B9C4711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8C82C-434E-4C75-9467-B3FF4401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29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D0E7F-E353-44B5-9C39-525A1CB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E708A-11F1-4CC8-96FA-E5F78BF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1E4F5-96BC-40CA-B942-ED09384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D29D5-D9F5-49D3-AD90-BC8CA0C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7ffeb80cb418b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B425B-AF68-4C05-882B-38A3E47B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960DF-6254-444D-AD82-595E91D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667F5-5166-4EC3-9CD3-C4848E9C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911FE-5ADF-4B46-A6AA-FDCBBC2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DBB4A-45F1-45F7-B7B5-701A905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D8052-04A0-40B5-8195-4C32924F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03C1E-3274-4F29-B5FA-029C709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AAE7B-85D2-4AF6-BF5B-57D14F8E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False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C6AAF-D843-4C2B-8E8C-1D2B322E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80745-95D5-4DAD-AAF0-58934FB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E8B07-8AA2-4310-A63F-F60E4D2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B2D02-9143-4B68-B7D6-A77F56E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Counter 1 opponent battle action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E1854-A9C6-4E6F-93F2-F85B748F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07990-4647-42DF-9C5E-5310E157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07FB2-D11C-409C-9D02-2DC3096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5E332-6119-4ECE-B30C-D4E22D7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D7D69-9FCD-4809-A9F1-31A5A578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29</a:t>
            </a:r>
          </a:p>
        </p:txBody>
      </p:sp>
    </p:spTree>
    <p:extLst>
      <p:ext uri="{BB962C8B-B14F-4D97-AF65-F5344CB8AC3E}">
        <p14:creationId xmlns:p14="http://schemas.microsoft.com/office/powerpoint/2010/main" val="10022340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E6A53-DD4F-4206-A8CB-EA05DE9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0F72C-D0D5-45E8-B62D-02C19C5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E75F7-0B4A-419D-A916-2B526633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D7C97-2859-4F64-8A34-A004489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A3F9-D34C-432A-967E-7D6D165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D5914-B4F5-441E-85FE-C4034FE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6D371-AFCF-464C-9C0B-42D2839E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AB6CB-23B2-4C22-A34D-6AD7A682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5DCC-AB71-4EA5-B6D9-17EB5DF5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B7515-B9E4-4F9E-A362-1CEC3B9E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3707B-EC53-495C-8B9F-8B5F3F4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04B59-6345-4287-B46C-CD610B48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FCA16-2E68-4C5B-A9D6-1DC37638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818c1f7f1422a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A1286-9D13-43F1-A630-93A250FC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0418A-E467-4C87-A5F6-BF7CF02F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A2A4B-27F2-49D8-BFCB-07F7D1DE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CBCA2-2E85-4D8C-9F30-58A8F558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82034-5648-403A-AE5C-50931A6E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E2D18-F52E-4093-A345-2647FCC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5F06B-685C-43FA-933F-85EA4E8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FE84C-2394-4834-A90A-7F02D57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Luck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6CAC0-5B01-4AB9-9210-AA3ED1AB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F3511-0950-4384-B17C-445CC8C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205D8-CFDA-4DF4-8B8E-34A581E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094BA-B76D-48F4-A7FA-164517D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Counter 1 opponent Boost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3E47F-8515-4D48-B212-ED654A67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F092A-3F55-4B9B-9B99-B47FE1C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55B71-0265-443A-A9DF-081216B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FCA47-FF48-4EDA-A2FD-6B4731C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2978B-2624-46CB-A3D8-B0A42D3E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30</a:t>
            </a:r>
          </a:p>
        </p:txBody>
      </p:sp>
    </p:spTree>
    <p:extLst>
      <p:ext uri="{BB962C8B-B14F-4D97-AF65-F5344CB8AC3E}">
        <p14:creationId xmlns:p14="http://schemas.microsoft.com/office/powerpoint/2010/main" val="20255742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8A18F-AE57-4A92-8ABB-14661C5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B1E14-63FB-4B22-B876-B262F6E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5C19E-8862-4B28-8C3E-72DD89E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57EE-227F-49AC-A987-7B17976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84166-5286-4F58-B09A-91E2617B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386CF-3296-4AC9-A16D-7761494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06E4C-DE26-4038-8454-6FCF0667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12457-9BBF-4704-BDA1-3313B3E3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CC3D-F55E-4876-A0BF-F0B718C1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2C44F-892F-4A7F-B310-E4ED637C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B4DD8-BFE1-4C46-B914-8D7F8530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19723-5B56-4168-A234-52FC8A9F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E71DB-AC74-46A1-8F72-EFC30FAA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05a1765fb4658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73AC9-7458-4D7D-8038-099693B1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A7266-9204-44F2-A611-23E28801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E7A71-385B-4438-BC0F-AB2A55A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FD559-C67E-4021-BC7B-DD2F877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8C4D8-F293-4E73-A088-3B69827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1E847-BD63-4117-82CD-F1A0416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FFF28-8B36-45F0-AFC9-742653B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7E67F-845E-411F-A36C-401DC7C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Disarm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396E0-70A1-4BAD-9593-1352E44F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F2CC0-46FF-4793-BED3-5303AFA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B772E-FFDC-4EDE-8B6D-75FEC489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CB858-EC43-4FBE-9361-9EB970DE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8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Counter 1 opponent Equipment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E9BA4-7D06-4725-BD38-851D9B3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3BB30D-093B-41BB-A0B1-F9D9065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2220E-32E7-4F18-952C-156C2DB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207EA-C8FC-4589-9128-2C733D4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B2114D-F1CE-44E8-AAA5-B4CEDACC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31</a:t>
            </a:r>
          </a:p>
        </p:txBody>
      </p:sp>
    </p:spTree>
    <p:extLst>
      <p:ext uri="{BB962C8B-B14F-4D97-AF65-F5344CB8AC3E}">
        <p14:creationId xmlns:p14="http://schemas.microsoft.com/office/powerpoint/2010/main" val="17067753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0BBDA-2A4F-415B-96AB-1998BCE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8A661-9885-473F-A13F-3D0FF9C5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391D5-F275-4563-8EB0-097E92A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CF37A-95B9-4267-8173-56DC2762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77EFB-B724-4B48-994C-68D5E46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EEF1F-490C-40F9-9578-80163461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15FF0-F181-4C9C-9D3E-80DAC524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FB137-264D-42BC-96F2-4139031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9A94-092F-45C0-BB34-3253EF8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DECE1-8AB3-4D9D-9AFA-C9136EC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4B55D-183F-4BAD-B802-E48F39D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AB05D-04A7-479A-997C-F81E45C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DB052-A22B-4542-BD96-817E6679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cf80d7248ec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3E5F4-5891-4D85-989C-5CF073E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7D394-8342-47BD-9177-7FA0C9C9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0B864-7D6E-4F1A-A2B0-86DF9A17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84DAF-9EA7-4C9B-BC5C-0106F1CA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96793-77A8-4913-823C-C14334B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90898-508F-4C2E-BD94-8F82E8F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ACA22-18DE-416E-8D22-6D91ACE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25BF8-BA84-422B-BAB6-62CBCCA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Web Trap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173BD-A6C7-4366-BBC2-BBFCD42D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B3837-500A-4700-9210-9AE825E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6A0F4-7961-4E27-B4BD-DA9FC3A0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9509E-0593-4EAA-9BBE-60BE4E0A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-6 dice to opponent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FB17D-ACA2-4D01-87BD-68F9A2A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91191-6301-4204-A5D3-F9E97F5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E85DD-C573-4881-9FEB-D55D22C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15D8B-B8D3-4140-9CF4-66C6DB00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FA59D-00AA-4116-A72A-FBB8D2C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32</a:t>
            </a:r>
          </a:p>
        </p:txBody>
      </p:sp>
    </p:spTree>
    <p:extLst>
      <p:ext uri="{BB962C8B-B14F-4D97-AF65-F5344CB8AC3E}">
        <p14:creationId xmlns:p14="http://schemas.microsoft.com/office/powerpoint/2010/main" val="782228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DD68D-3082-437E-B3FC-20F698A8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5444E-11B5-47CF-93B7-7123887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A130-16E7-4E1A-918C-310B870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B7547-01DA-4206-947C-F441403A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DB10A-08F0-4DF2-B5F1-6FDCB7E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3A59-931E-4CF0-8114-EE4FEFDC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75D74-DD6C-448E-8661-4DEAB5E0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B9E65-FC6B-4044-A410-C3B9D283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64B71-7AF8-47DE-A802-8BE02AA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4D38F-708D-4EA1-B65D-BD7E37B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7BDF1-887A-44F3-8DDA-5374C0A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1A053-4081-4BC8-B050-15C2309D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9A65D-1401-4292-A6B9-1AD2340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9cd60fc13430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6B533-F5BC-4756-87B8-D3DC354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03FC6-8DE0-4838-9D19-65D439B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480DA-EC70-4125-986A-BA0B14C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05454-D6C7-4784-9D64-8C97756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178BB-1C18-4B8E-8BA8-DC42EFB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29EEE-C217-4179-A230-0A4C5CFB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EF569-7B98-4F5C-9906-89D9A3DE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48E71-B302-4141-88C1-9E2E0D5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0058E-C949-4C49-9228-DD6E4094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5D1DF-B725-4828-AE33-35312C5B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BE7E4-79F0-44CA-805E-457BA0A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D5DE7-2D58-4AC9-AE6B-D2A1C7C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-2 to opponent defense and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0B402-200B-4509-84C6-2FB9F2F7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8A2A0-0B5D-4DF5-A85C-21F7468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E4363-8555-4892-86F4-2CE327FC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B9D48-4B4B-4FD5-A805-DA94F29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3AEBC-DA46-42EE-9E5F-8902BAD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33</a:t>
            </a:r>
          </a:p>
        </p:txBody>
      </p:sp>
    </p:spTree>
    <p:extLst>
      <p:ext uri="{BB962C8B-B14F-4D97-AF65-F5344CB8AC3E}">
        <p14:creationId xmlns:p14="http://schemas.microsoft.com/office/powerpoint/2010/main" val="16325434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0223E-354B-4CD3-86F6-39E00E7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2B4CB-FD79-4CE3-BC65-860F5021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E7C86-453B-43B0-9662-AD2A266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D3D04-AFED-46D6-993D-2519AACD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DC99-1F1D-40C0-ACD1-000A337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DACCB-5325-47D1-805C-80F9C3F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CED96-E3FB-4845-8709-E2AF99F3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F8193-C0E5-4CE2-9352-C67D648D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6389D-258E-42E7-870C-01D8BB4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DCAE6-3D7D-44FB-A946-8759E5C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300F3-ED98-45EB-B26E-33387DF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2BEC4-117E-4BAB-8D54-C32FC65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9A01-EE31-4C9C-A722-EF8B65D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d016f6e534c10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3DD41-3F05-4517-A2E2-618EBE0E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0114E-32C2-4E96-B3ED-645CF0FA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97392-8272-4C16-8CAB-29596A70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3609B-2361-4F0C-8DE2-6768143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C5DD2-2137-432A-A5A7-65EB571C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BF18D-5F33-4043-A02E-B04551F1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27D2A-49A8-4A4F-AA88-49ECB5E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88938-3A4F-4412-AE4D-88619B9B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Positive Attitude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717EC-033D-47B0-A919-A36146BE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83D46-3C6A-4C26-8F1B-585A3D87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5F2E6-3DC1-4F42-B0CA-21F1A9C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06D55-6018-4CDA-AA99-494DE5E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Re-roll your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1F292-10CF-44F1-BAE6-2750D39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0BE47-B05A-4E9C-BBA8-D6B7E45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F20E6-7A7F-4C2B-A9C0-5C396B9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4F0A4-6142-4ADE-8818-BFB2B96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5D93F-0B4F-4578-A00F-C0ADFCF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34</a:t>
            </a:r>
          </a:p>
        </p:txBody>
      </p:sp>
    </p:spTree>
    <p:extLst>
      <p:ext uri="{BB962C8B-B14F-4D97-AF65-F5344CB8AC3E}">
        <p14:creationId xmlns:p14="http://schemas.microsoft.com/office/powerpoint/2010/main" val="709324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5B5F9-D8A0-4DCB-B9D1-0CF29A2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F71FE-EB1D-4B4A-B114-58890CB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79C07-412B-47AB-8D93-B626FA8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B7AC-EF79-4988-9E32-1DE3FC2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05364-7848-4DB4-B6F9-A231294E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5D138-350A-4058-ACE9-3221365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2461B-42CB-4F60-BE84-875F273B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8820B-399D-46CF-A6AC-7B5C81B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62511-523D-4D74-B700-E1DCFB11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57A1B-0CAE-47F1-8DE4-FAE4EEF3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DC8A1-064F-47A3-A586-F2FDC79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A489D-785E-4075-BD06-3F8DD87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D4DD7-805D-41EA-95B4-CF772CE4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1e3988a3d4300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44DC6-69E2-4456-8DFC-7D2AA43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9623B-C5B3-4429-B176-60000F6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1F605-CC72-4B35-8890-950E57F2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FF693-F297-463A-9C29-1C4C17E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18BBE-5E8A-4816-BBA9-4616B41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8A82C-63DD-4960-986A-3EC2AC2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DB41B-53BF-4F31-994A-EB9A718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D66EB-6024-4553-91B5-DB37127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Lightning Bolt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9D0F4-10A5-4FA8-9E55-F23F55B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D22D0-B535-4BA7-9AD5-2154563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64426-F66E-4522-81DA-ECEB4A5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5ECDC-8452-48E2-9D6B-ED148E7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Remove all cards in game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12587-D1D0-4917-AD8A-4DF967FB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94CAA-1240-4E73-A0F3-BF46099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05069-C70A-439A-B5A0-3BB52695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5FB29C-A0E5-4193-82EB-6CFD765D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D7FCD-0E0B-4D04-BE5B-3033A107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35</a:t>
            </a:r>
          </a:p>
        </p:txBody>
      </p:sp>
    </p:spTree>
    <p:extLst>
      <p:ext uri="{BB962C8B-B14F-4D97-AF65-F5344CB8AC3E}">
        <p14:creationId xmlns:p14="http://schemas.microsoft.com/office/powerpoint/2010/main" val="15800290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1D777-6397-40FF-BB5A-034F84B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DD268-9D58-4C4E-AC9B-60B36F7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B103F-A3D5-4906-BAB8-AABE15C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853F5-49D2-42E5-8108-A40FCEF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1A702-4DE1-4977-A99E-B5572C8D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E741F-C829-4301-910D-5307DE9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1F32F-9606-41D9-B59A-5F3CCA49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2544F-C5A2-4B65-AF98-915DA5A1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8F679-4D2A-4765-9545-F2BEC0A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06B09-1461-479E-B68A-0D321EE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02538-CA43-40CB-944F-8E3C399C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F62AD-0A95-424A-8D71-0AEC194F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8C8ED-62AA-40C9-8E34-0697EC58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7c026981a4dea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9A4AE-0703-42B5-8A17-21891DC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C6B3F-58B9-472A-81DA-472EAA8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3A0C3-E475-4F1D-B58A-C4B48CF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2E262-420A-44DF-AA96-A02FF2F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AB139-CDFC-4D64-A5C9-1F38F07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D867C-9BC6-4593-9761-5D10A56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F7F9A-B061-4C01-A359-063ECCE4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28291-4EE8-470D-8A39-6016E751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Weapon 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1F2F1-C317-4B92-A86E-F0E43F34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C11C3-2450-4F60-BD10-A5B055B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ADE62-D9AA-4BBC-9D7A-5215539D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361D0-CAF1-40C7-A91F-E7215562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Double damage from your dice roll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1650E-9EBF-401F-ABFE-FF1E64F8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71AF2-A69E-416A-B0C3-A6F0EB5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B6A8D-6E01-4E52-9319-A8E22F7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3B179-C6EC-46A4-8D1F-B2F44F0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FE4FA-76A8-4AB8-BC1C-0CDBECC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36</a:t>
            </a:r>
          </a:p>
        </p:txBody>
      </p:sp>
    </p:spTree>
    <p:extLst>
      <p:ext uri="{BB962C8B-B14F-4D97-AF65-F5344CB8AC3E}">
        <p14:creationId xmlns:p14="http://schemas.microsoft.com/office/powerpoint/2010/main" val="16425974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1D524-9276-42CF-BA19-C658D64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EB14E-B8E8-4079-A684-9321F07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1CD4B-D96C-462F-820E-A452CD3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F4C7-70B2-4B5B-8040-D908D1E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2F691-86B6-464C-864E-0D09A6FB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F57E2-92C8-4424-A0D2-FC2B3FDE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59B87-21F3-4652-A284-2536A4DB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2E9E1-50D7-433D-814B-C881297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7960-FB36-44DC-8963-E29D2A4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D5F21-640E-4DDE-9912-4831A4B0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72151-1C72-4036-9AD1-361ED9E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5349E-B114-4295-A176-61739514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893A5-59FD-4C94-B0ED-3448D06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3c20e99464a95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6B7AF-20DC-45FB-ACA9-A0C3C3DD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E7334-2A76-4431-922F-BE936D08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12DE0-A817-456E-B0AC-26C0BA36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4A51B-09E4-46AF-9979-0C7C26D6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E20B3-97AA-439B-ADA1-8FEF97C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6EE75-C5DB-44EB-A791-DC79189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0DFB3-ECA6-4D60-B293-95271501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E6C8-7A0C-4FD8-A411-7C030774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Boost Blaze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D72D3-E76C-4443-948F-3305753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FFC2D-90EA-4A65-BCF5-B16F2D9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A3456-E237-49A1-9A3E-FE409203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B6B10-1383-453C-954A-2EAA91F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Each yellow die counts as +2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AB4BA-B860-486B-9EE6-0822B7B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38BB4-1938-4E33-943F-2636A00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5EDCE-BF95-45E4-9FB9-C9626A2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40179-680A-4393-9EA4-86B594A9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11DBA-909C-4080-9C92-C6ADAC8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37</a:t>
            </a:r>
          </a:p>
        </p:txBody>
      </p:sp>
    </p:spTree>
    <p:extLst>
      <p:ext uri="{BB962C8B-B14F-4D97-AF65-F5344CB8AC3E}">
        <p14:creationId xmlns:p14="http://schemas.microsoft.com/office/powerpoint/2010/main" val="5363896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A1D3D-033F-4F27-A9D9-429C000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2D4F5-1D75-4CD7-BE70-1B56BCA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B8F06-E23D-46B7-8C71-13C9C00B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5D2D4-BC2D-4451-80CA-2294A33B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1B02D-298D-402E-ABBF-435B81F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1CE16-058C-424F-9C68-5A575716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E5122-ECBD-48B1-9304-E95D9900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C94E7-DB25-4967-A710-43B23E6A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073C2-FE9A-4E75-9ADA-5BAD164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F9F1B-3891-4A7D-90F6-84039563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DC1FD-6C2E-4A82-8E71-50E0DF24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97DF6-2D41-4B99-9091-B761D1A4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A1964-6E46-4105-9D1B-A2620DD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d684f8c9b498a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E71CB-181C-457B-91C5-CC77FFA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F28CB-35B8-475E-9D1B-4F5B69D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B6416-232D-4455-9F14-69F1FB8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B4FB6-A963-4268-801D-FE2DF80B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C3D6-61B3-434A-9E35-BA16111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D9E7E-C82B-4E20-989F-BD3D01C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8238A-625D-424A-B2E0-0F328B9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7323C-6775-4D4D-BD1A-A9185A4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Light of the Oracle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D2DA0-39D1-436E-8E85-8C3D760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375EC-44E2-4B1F-ACA5-69D4A701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E5BE8-0EEA-4B23-A755-78A77BE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BB7AA-AA4B-4F8E-993D-68FD19DB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Each white and yellow die counts as +2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756A9-BD07-420C-BF2A-C790162E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05013-C0C2-4DAB-9C98-A66CE65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AF697-9FAC-499E-A5FA-52F7CD8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0F13E-034F-4143-9A0C-128FF4ED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A04C5-75B1-45ED-AC02-5AF63AD1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38</a:t>
            </a:r>
          </a:p>
        </p:txBody>
      </p:sp>
    </p:spTree>
    <p:extLst>
      <p:ext uri="{BB962C8B-B14F-4D97-AF65-F5344CB8AC3E}">
        <p14:creationId xmlns:p14="http://schemas.microsoft.com/office/powerpoint/2010/main" val="13807076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5CEFE-128A-46FD-9FFC-7886454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12F9-2CC4-4631-8ABE-FD2F6C1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B305B-BB96-4BDA-9F14-2F46A5E8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1BE5A-BECF-43C4-A807-4C93545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1CE43-D296-449A-A2DB-9041DC32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9F11F-C089-487F-B15C-7A244A0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D8E8-F3A1-4C2B-881B-8E850B9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8F09C-38F0-4AA9-BC9A-026554C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2ECB5-01F0-4682-8C38-006FCB71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39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A3343-60D1-4A44-976A-315A27A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DDBD6-7C1F-4341-BE7D-CEAD064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1AB2-D62C-4B91-9F3D-F03C937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32DAA-633C-4483-AEC6-DE26AD25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a1c5ddb9c4349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1DCC1-F7B0-4129-9A77-3F28652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F2ED9-5A67-4FEE-B34A-61E978F9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5E8AE-3EF6-42A8-958A-2FE65100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53D52-AABA-4229-BFD4-AF2E9CBC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CF342-EB30-4504-AF79-1290A0F3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0065A-0AF5-4087-913F-795976A0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9D2BB-F7B2-4900-83F0-14242D2C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1A5A9-31CB-4A65-98D0-F4A4EFA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Blessing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D6CA1-1C88-4303-8363-C5688C9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D5149-B9FC-4D97-8D6E-B8296A9C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6C596-D08F-4047-8364-DB30C825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63D1F-CE30-480C-99EA-65FAC49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Draw one card for every white and yellow rolled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AC2F7-858B-4C62-BD98-41B0D467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B6C51-DB8F-4033-A116-D1609A9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47671-0D76-412B-B83C-E2A7D66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88A2A-6685-4F48-A718-8147433F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96367-4249-4B55-BF28-ED186AAD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39</a:t>
            </a:r>
          </a:p>
        </p:txBody>
      </p:sp>
    </p:spTree>
    <p:extLst>
      <p:ext uri="{BB962C8B-B14F-4D97-AF65-F5344CB8AC3E}">
        <p14:creationId xmlns:p14="http://schemas.microsoft.com/office/powerpoint/2010/main" val="58278370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25054-0FBC-4FC3-8932-49845DF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3405F-87CF-46C9-AC47-3D1B17F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89C2A-BEB5-4572-A70A-1EF41EC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9822-0E3D-4C6B-BDD5-32544905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F78D-0769-4997-AEBF-48AF4368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C701E-CB22-4DA7-A526-765F4C56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D1C65-DD57-4E38-8423-D043C9F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7508D-7E5B-4BB7-980C-914FF95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6DBAC-1BA7-4D3D-8299-350DB33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37C56-6C9A-41A4-B798-A98294D7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B8656-9D92-4385-8C56-A0B0A7FB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9664F-54D0-484A-B286-863C5DB4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5C50C-E4FA-4A3C-AF99-6BCB4F21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1b92d9c7d4c0f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C1334-806A-4E96-B8E9-3559D56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C678A-5023-48E7-AAFB-A995D8F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413B2-5722-4152-9BC5-E349D5C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6F7AF-D26F-489E-A74B-9EB21AE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9B477-81BD-43FE-BD5D-821A0DA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B7C1-11F9-43DE-868B-A7A8A64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43965-8048-497C-8497-8B08169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D5AD8-7BC2-4F1A-8560-1E962EC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Cutie Pie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343A9-D56A-44D1-B5C8-BCD29CE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FCD0A-1C44-4CD4-875B-606DD7F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DC0F7-7A2B-45BB-A426-F9BF123D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20BD5-7F0D-4DF9-ADED-145F574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Draw cards to fill your hand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38A08-E81C-4FC1-9A16-CE6917D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B90A8F-D99C-4B54-BBEC-0C0B914C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45417-2AEE-4DC7-846E-E464CF0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5069-D439-42A4-92F7-9A2F2165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0CEE6-3ACE-491E-AD13-1C8A5335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40</a:t>
            </a:r>
          </a:p>
        </p:txBody>
      </p:sp>
    </p:spTree>
    <p:extLst>
      <p:ext uri="{BB962C8B-B14F-4D97-AF65-F5344CB8AC3E}">
        <p14:creationId xmlns:p14="http://schemas.microsoft.com/office/powerpoint/2010/main" val="6505635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31E6C-2097-46FE-84CA-5846BA1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74058-58FB-42BA-BA5B-35B4829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2D2BD-B877-4BC4-9CD2-D0E4BAD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364C9-2F15-4EE5-9C02-BB7604EE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E4B58-8BD9-421C-8907-CAD63D2F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DEEE4-FAF0-4765-A423-3E0AE3E8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3D69D-7925-4B5F-81D0-A235A0B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B025C-7292-4B39-B6A5-020CECF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17561-07B6-4D4B-B127-94605062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CB613-3BCE-4DBB-85D9-562101D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2D0C6-5D3E-4C14-A93B-DA329913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DA4AE-17E4-4914-9675-0E73B3C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A1E18-2A6F-4B51-AE82-938C1E3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323216639497b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B9B80-6A2B-4D39-B194-8FFFD05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185E4-8B12-4C7A-B9A6-F993345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C4DD3-04DF-4452-9658-78BE467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767B8-CB57-4E4F-9675-A329D7E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DE06A-0BEB-4284-81EA-6D2038B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401CB-CDD1-4DF6-AA99-4BC2BAEF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59311-FB09-4753-B3DB-AFEFDAB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12A76-2232-486A-9306-B54F68C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Rider 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EBF5C-C9CB-4CEC-8A18-9923F96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F3EF3-6D1F-4CD7-A65F-E8DD3A2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BC163-B735-4D02-8F98-F1C32D0E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8EBDA-7037-4BB2-B4C3-BDDB49C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5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Weapon Equipment cards give +2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231D7-EC30-41D7-AF09-320E63E3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18ACF-CD88-4821-8B2B-6C970882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71CA2-F9E7-4BC3-A831-4CEF71D0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5D7AB-9794-4C4B-8BD6-07E65950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24866-D60A-456C-A6BC-D5379E06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41</a:t>
            </a:r>
          </a:p>
        </p:txBody>
      </p:sp>
    </p:spTree>
    <p:extLst>
      <p:ext uri="{BB962C8B-B14F-4D97-AF65-F5344CB8AC3E}">
        <p14:creationId xmlns:p14="http://schemas.microsoft.com/office/powerpoint/2010/main" val="6801854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303FF0-578A-4E93-8E28-3BDA99B6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17DF-F1E4-4266-851E-AEB93BF0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97E0C-7D12-4B30-9FC9-C5405225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6F5B7-9114-4FB7-B766-8311E1FF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0623-7D0C-4C1C-AF9D-C8E0DA32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13798-5756-4162-BD0A-C28FA75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84511-5B9E-4B78-8983-9E88BA6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056BF-796F-4B84-A0C0-2085DA3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FB49A-69CE-4FFA-9FD2-0EC095F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C41B7-3622-4BB5-9A3B-E7466305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862C6-3356-49A3-9421-B763FFF4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F172C-BA46-41BF-AFBB-82795FE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D2BFC-541E-452B-A17A-28AA3359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c5b7bf4ad44c6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1D4E4-CFFC-4565-A5C2-AE7B55D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88D78-CF0F-4866-A5C7-CE0ECF75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3303D-5EEA-4A24-8C70-BCF58350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31699-E5BF-498C-B8F4-289B31B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14459-3FA0-45F3-94FC-CAAE2EA7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36526-8A87-4183-85E1-808BDE2B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E0595-CB44-498D-A0D1-BF991E48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336DC-2E60-4924-B79E-E93CC3F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Shield 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CEA49-0A57-4012-B215-8C595ED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64CF8-33BE-42CD-B2D2-4BB14FFF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868F3-82D7-4A2C-B735-1CF40044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FF3B8-5072-48E5-A0C7-9842578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8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Shield Equipment cards give +2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DAB94-FE91-4393-B891-6496E6E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C5364-E281-4AC9-B50E-C818B04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7358E-90F3-4D77-A95C-E60C7533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E357C-D40E-40E5-884C-72460593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B215A-0FD6-455C-979E-7C4D897D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42</a:t>
            </a:r>
          </a:p>
        </p:txBody>
      </p:sp>
    </p:spTree>
    <p:extLst>
      <p:ext uri="{BB962C8B-B14F-4D97-AF65-F5344CB8AC3E}">
        <p14:creationId xmlns:p14="http://schemas.microsoft.com/office/powerpoint/2010/main" val="2703237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EBAFF-F3D2-4115-B7EB-74713C2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930D-E026-4F6D-91D8-48ECB5A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308C0-FDEE-429C-B7E2-E0EBAAB3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1AE4E-7C8C-461C-B953-3C5DE4A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B221F-8593-4693-BADF-9C7EFCC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4ABFE-929E-45FB-90E8-AA4663F0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8AF64-4369-407A-9FA4-FB465AC6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A1442-BCF0-4D66-AE4D-CD747D48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71D4E-76ED-44C0-8C5C-58BD1A1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3012-F8CA-4CE3-9BA3-17CFCC35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64692-3A13-4C78-B3CE-843F9FE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6E4E4-C0FD-4F36-9558-FF45547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93552-DE71-4DFF-8AD1-F65488C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d9d4e2774062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B0896-00EC-4648-9465-41770DAE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FA26D-32F3-4874-883E-EF8A356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F801E-CBB5-4629-B5E6-20310C8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F68F0-A1FE-4E49-AE5C-5F041CC2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B8914-588A-4E7C-AC92-5AFE496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912CE-A4D5-4805-B42C-5D080A9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03D8B-7B71-4F5D-8A3A-D199584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77F86-75BC-4561-9C7B-2B18235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Sparkle Help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D0CE8-91B3-4CC9-B03E-740B246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F08CF-58DB-40C8-9D71-E2DDCD4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DC353-3D68-4BBF-BF50-AB2F9617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EDC08-E40A-4030-AC77-8A76EADF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Add 5 Health 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E2D5F-0938-4979-90B3-6AC7118D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C4D4E-C554-40CF-A332-3E570AEE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8F538-B8E3-4BB5-806F-90C13BF2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A49FE-2F89-4F3F-B32E-C28E4FBD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CA015-D073-46FA-9553-88221AF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43</a:t>
            </a:r>
          </a:p>
        </p:txBody>
      </p:sp>
    </p:spTree>
    <p:extLst>
      <p:ext uri="{BB962C8B-B14F-4D97-AF65-F5344CB8AC3E}">
        <p14:creationId xmlns:p14="http://schemas.microsoft.com/office/powerpoint/2010/main" val="4641477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A86C4-A001-4260-BE4D-5B0AE42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AC116-4BAC-4770-A9E5-BBBFE6B9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BE59D-C021-45FF-B3A1-111D581C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76D36-6DBA-4939-83D9-162CC67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F3625-3B72-4DE4-83C7-D030AE3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D8BEA-F756-48EC-BF65-7C2DBE5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247BB-6C26-4C87-9625-694FB8C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AA5DC-C087-46F1-8715-27A2A3AA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BCC8A-3113-4A1F-84B4-5E999CF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AA09-4F1F-4861-802D-DA844518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25D22-E196-4B06-AA18-C744120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91B0E-C75E-45A9-A5DA-D6E0B83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DE48A-7DD5-4753-BE81-1BC866F8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7807e442a447f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2EDD8-FF09-4E38-8F7E-869E2C9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D3E9F-7C35-4D3E-BDC4-223A85B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409DB-7DAD-4805-B233-34A429F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F0E4B-A20E-4154-AD01-134C41A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F7097-81C6-47AC-A43A-DB2D26BB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B2766-2713-4E85-B235-54AA79B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CAD91-E0CC-460D-A9F7-729765B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4299F-8E41-4131-822A-69B56F78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Sanctuary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6BA2F-4CBD-458B-B9D0-F0FDEF1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7853A-5C36-4DFD-A6BB-0C4751E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5781A-F3CD-4C60-9B28-FC45F71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E3C10-ADC1-4F72-999E-90C6249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Add 10 Health 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B0E16-52F1-4CBC-8854-A4DE2CB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CD902-1707-416D-83A9-008C34F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6D89E-DE4E-4B83-A2FF-2FD9845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F0979-6048-4E4A-A08C-8CC2EBAF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2E47A-7711-4088-AFA0-7084CD89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44</a:t>
            </a:r>
          </a:p>
        </p:txBody>
      </p:sp>
    </p:spTree>
    <p:extLst>
      <p:ext uri="{BB962C8B-B14F-4D97-AF65-F5344CB8AC3E}">
        <p14:creationId xmlns:p14="http://schemas.microsoft.com/office/powerpoint/2010/main" val="646865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BEDA1-6E88-40C0-92BD-50A6E394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C51EF-E1D9-4E35-A5C0-C19A212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88853-98F7-4AFE-B462-C2C2ED5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A44FF-E100-48B6-A78B-A501134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58BEC-DE26-49E3-BD0A-8E448C92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F0880-7792-40F1-B6BC-1EF603B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CA8F2-E17A-433B-83F7-5CB1C95F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F821A-9895-4EE8-B22A-61E451D1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E316B-60D5-484B-BB94-B2121760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8F22-8ACA-4AB5-B635-35A338BE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CDD5-31C8-4F90-B9D6-F32817ED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A3B35-79F7-40F3-9EB6-2C68A8CA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63719-AA4A-453E-8E87-50D1447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6af4406f441f9"/>
          <a:stretch xmlns:a="http://schemas.openxmlformats.org/drawingml/2006/main"/>
        </p:blipFill>
        <p:spPr>
          <a:xfrm xmlns:a="http://schemas.openxmlformats.org/drawingml/2006/main">
            <a:off x="1576552" y="1428750"/>
            <a:ext cx="2276147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520B1-1235-4FF4-8A1D-D5B5632B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716E3-4FB8-4B97-A1EE-D95B5E6D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60476-1265-40C9-A964-C50B1A4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94BDE-1B84-4C52-9D6A-0C4DBA6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55D80-C4B6-47F7-B47E-B3E0BCC3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8D407-8B68-4E07-9ECA-43FE02D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5981C-82C8-46B4-B504-E4FC9F2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56822-5270-485B-9C7E-389D3B36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Gift From Oracle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3C926-996E-49AB-8397-FB013F1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ED25D-83A8-441D-9907-DF6B830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9D603-65C3-485B-B98F-E6B74D61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2A171-0F78-48EF-9F85-D859FF8C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Restore all Health 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0F7BD-0F5E-4287-A945-B12444A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2F38E-F6C8-4888-8DC6-64270B40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DA7C4-F8A8-4184-A15B-2E6E8F71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1C22D-345D-4CC4-AB67-AC8F792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8E1BF-BB83-46AB-9FAE-5329B2C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45</a:t>
            </a:r>
          </a:p>
        </p:txBody>
      </p:sp>
    </p:spTree>
    <p:extLst>
      <p:ext uri="{BB962C8B-B14F-4D97-AF65-F5344CB8AC3E}">
        <p14:creationId xmlns:p14="http://schemas.microsoft.com/office/powerpoint/2010/main" val="167799646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D3DD5-5C8D-4266-BBA0-03E1A31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D51E-9B7D-4021-956F-CCF0892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0CF5B-66A8-4A45-9C2D-F1077D57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3EBCF-EC84-4AF2-8AC7-28EB90E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A00B0-2FBD-4272-A1CA-F189CA49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A3DB0-CA98-4D98-805B-C88596C8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C86CC-8244-43B2-AC94-63F6CFC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35993-AEB1-4E8E-8EE8-5FAA62D4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BF22A-171C-4166-957F-9DD110B9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0B858-9616-41A1-99D8-599DA6C5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CF973-F6BD-421A-AD81-AAF59CE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6E1DF-A2A1-4D6C-80DE-E58AEC95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FD8D3-D94B-41FF-BA5E-33117CE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f84ab54f443a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51670-FDC5-439B-82FA-32E9691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18B72-4BA3-4E56-9A7E-091E6443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356FA-12C4-4C82-AD91-50545CD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4D1C5-43D0-47F5-8122-5F815A45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E1384-31A6-4C50-BC93-B14169F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C168A-EB5A-42BF-A70A-94AB6A5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24DFE-D10F-4AF1-A1B9-2DEFF26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248CC-DF99-499C-9CD3-ED8B235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Oracle's Fury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59869-21D9-4134-A105-AF3572F9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AA0A5-852F-4240-A631-B8A1F60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612C5-6A61-4768-A8B8-6AF79764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24CE5-6D37-4938-B9B5-49AD0C5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-6 to opponent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F916F-79BF-4DC3-99FC-EC417FF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B82AE-7F28-46D1-8942-483202F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49807-9C35-4153-888A-03D2669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4B764-6C5B-4510-B5BC-CD835543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B4FBB-5BC6-4F89-82CD-0A09E98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46</a:t>
            </a:r>
          </a:p>
        </p:txBody>
      </p:sp>
    </p:spTree>
    <p:extLst>
      <p:ext uri="{BB962C8B-B14F-4D97-AF65-F5344CB8AC3E}">
        <p14:creationId xmlns:p14="http://schemas.microsoft.com/office/powerpoint/2010/main" val="172600608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48FBA-44F4-4C50-831F-67C9D0F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F61EA-D0CC-4CDC-9679-4526D2EE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6F365-7550-4116-B7A0-F4FD159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E8C57-46A4-4D69-8192-4414443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85F30-308C-42B0-A622-FFC4B53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00CF-6214-4B94-BD43-4AA75A7C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F91D-AE69-464B-8657-6B0191E2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C4FDC-BBC9-4187-BD37-1D4F478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9E7D1-D2B8-4432-8F65-AFCBB27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8F45-534A-40F9-ABAD-463E4617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224A2-B405-4E0B-9822-0CD2719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EF6B83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4DD4F-95A5-445D-BAFA-14B7CDE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8D194-DC2A-47D6-A368-573D46A5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F6B83">
              <a:alpha val="12000"/>
            </a:srgbClr>
          </a:solidFill>
          <a:ln xmlns:a="http://schemas.openxmlformats.org/drawingml/2006/main" w="9525">
            <a:solidFill>
              <a:srgbClr val="EF6B83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99ae8ba8d445e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B776C-83ED-4E1A-A77B-475416D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95685-317D-473B-906A-A8A0AFC6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424A8-BA66-4F9D-AB37-4429E2E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421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F57B7-5704-4984-89DF-C286773B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5DFAC-214D-4CCB-85B4-0D0F3B9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E8E71-E11D-4890-8A8A-ACADBC6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4D323-822D-41D0-812E-A712279C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BATTLE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30D1E-58FB-45F7-B2A6-B5EE95F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Invasion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D2668-E246-4D6B-985B-4BE95FE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6B83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5943C-B6F0-4E00-837F-B33AC49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2A797-19F8-4FE0-A1B6-BBCA52AB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B96F5-9611-46A6-A969-27015468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-4 to opponent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1E461-3D21-45DB-ADE8-8E37E9B0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EF6B83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BEB1D-A3E5-4351-A749-DE14B5C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EF6B83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30D79-3B88-43B1-8ECA-7B0FBE9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A2FD1-7328-465D-B644-3A68726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A413E-D841-4C9F-83B9-7A28AC3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47</a:t>
            </a:r>
          </a:p>
        </p:txBody>
      </p:sp>
    </p:spTree>
    <p:extLst>
      <p:ext uri="{BB962C8B-B14F-4D97-AF65-F5344CB8AC3E}">
        <p14:creationId xmlns:p14="http://schemas.microsoft.com/office/powerpoint/2010/main" val="81840701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C05C1-19B9-48B6-B30F-3025F051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5A03-BD79-43E3-A74C-A96F899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0967-13E1-4383-9FF4-73D1D0D5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0090E-AF41-43EB-8EEA-03D6F8C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663E5-0C74-436F-AB59-22769E83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3DB67-4DF1-4E74-BCED-6AB85ED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B93E-7C1C-4382-BACC-7A6D02C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9DC9E-2B7D-4591-95E2-7DEF6ED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E6A75-74CE-4377-9F40-2E674821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10E54-8462-4B3F-A8A6-023CA2B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2A1F6-50DE-4C3E-B0EE-EF3BEFA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F9218-BE3A-4A6D-A0AD-36AEE229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91587-CD7E-4D91-88B7-10791A1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675e844e045ee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E47F2-84A0-4AF0-81A5-3E4B025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37713-9E72-478F-B7C8-6C5E2A81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D7CF5-F691-4177-A2E7-86BE3CE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5553E-4C0A-46D8-937A-DDD3A86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AC303-35AC-49DD-AFD5-78E9E15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2239F-FB23-474F-BEB0-1DE8999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71AA0-9ACA-43F9-936A-52A5DE70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CCAB0-431D-4E04-83D2-2B84FC11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30517-6517-4C07-8A9E-BA32A757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8A42C-8698-4C0A-A575-A0FF1E6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6DF3-1A31-4AFA-B16E-76F27D6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8F67A-DF0F-411B-AAE4-008F86C5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32037-0084-49F2-914B-E22ADC4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4B072-DFE8-430E-B235-C5FA66B0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E47A8-A9B9-465D-AF5F-FC253AC3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47CD8-DF66-430F-8CF1-54D2520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DAF7D-F9F4-4CAE-A698-ED123F6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48</a:t>
            </a:r>
          </a:p>
        </p:txBody>
      </p:sp>
    </p:spTree>
    <p:extLst>
      <p:ext uri="{BB962C8B-B14F-4D97-AF65-F5344CB8AC3E}">
        <p14:creationId xmlns:p14="http://schemas.microsoft.com/office/powerpoint/2010/main" val="123545862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03246-1E3A-4B17-864A-FD652CE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A0E8A-8B08-47B9-8503-CBB1E427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8459E-3B30-4904-82D0-7FA1322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4B52-49C7-4676-B202-5D45FA18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E4C3D-F4E2-45C5-AA22-DEBB6ED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BE1DC-021D-49D6-989B-BF9B2AA1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FA53-73B3-4806-B3C9-4FD0D46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B701D-4115-4FCE-BB81-5D7FD563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CB5B5-5926-4B81-8B66-634FD2C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49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BBC0A-98CC-4ED9-A37C-C2E6DA37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27F88-FDCC-4777-ACF6-767CA801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0EC32-FF46-4646-8ED9-3B6656D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1B44C-83BC-438A-B121-D9B5923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ca4fa5bb74fd3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50FD9-C0C3-4600-B3CE-408A13D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A9439-1D3F-43B4-A90B-CD682D4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E3858-D149-48EA-B7AF-8DFFF04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0B3C8-E772-465B-9F2B-5FF7AB02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9A5AE-EA0E-4B38-94D9-690FAC9D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166B4-740A-4423-9BBA-1894583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2CEE2-CF8D-425A-9E51-616F3CE7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5F484-BABC-46EC-BEA9-B24519B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15400-97B9-44AA-9752-ED567564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7E256-D34A-488F-9C1B-AB7B5F4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736B8-D0BC-4F83-A030-B6B6797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D3D6F-A576-40B1-9224-68221217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70819-2C4A-4DFB-A4A6-C27A4914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50F21-452F-4FEC-94CC-7C647A92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FD7A6-B34E-4B93-BE0E-04D6022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4DFEF-E94A-4457-AEDB-FBB3E894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CBFE9-1410-4828-AF49-9C00E96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49</a:t>
            </a:r>
          </a:p>
        </p:txBody>
      </p:sp>
    </p:spTree>
    <p:extLst>
      <p:ext uri="{BB962C8B-B14F-4D97-AF65-F5344CB8AC3E}">
        <p14:creationId xmlns:p14="http://schemas.microsoft.com/office/powerpoint/2010/main" val="99791987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B7CF0-0543-4EA2-AD9A-D8B79C5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A1E88-19C4-406C-9212-7B850470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6A7DC-9A92-47CB-9EAD-92872EF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2523A-76D4-4B27-B25B-DE15B4F4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C76A5-5461-45FB-94EF-D5C1FF7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DE700-726B-43C6-88EB-B3C97863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76402-9FFF-409B-B0BA-9C225FF8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54DA7-05BA-4045-83A1-03B237BA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0E755-26EF-4F2A-A466-E97EDBB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A7C01-50F6-455F-803D-D7C81F8E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C35F-55E6-4FF1-84B5-9A27BAB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C1A58-5809-4EAD-8CAC-3236659B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98AC-B45D-47F3-BB9A-A4B8CE61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1055987b49b7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46BB9-BD93-4620-B5F7-6FC7A14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A31E6-A1E6-42A8-B5BF-06EF48D1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9D842-1338-4F2F-9BB5-9A2CDA45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6E583-46FF-4361-BAF2-59673ED4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0878A-487E-4BE6-8557-815DFC0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B6B7A-1EAD-4107-B7B1-EC1A9C96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9012D-DB84-4038-9105-E60A847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6502C-788E-4EF6-85A5-E91D0440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D8B69-AEC7-4358-B666-8B1A9FD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59FF4-1C28-4CD6-A751-914377E8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D2F16-5F74-407C-8D2F-F50520E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2F03C-BD53-42E0-B264-369B4DC9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7F680-053E-4807-B88A-B009DC11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C3F13-B6BF-4FE8-963C-75BF665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DEF0C-5808-4A91-BB8C-56F2711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246792-E6FD-4AB1-AAE5-DF28DAC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52A353-88E0-4128-9DC5-D7D0DD9B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50</a:t>
            </a:r>
          </a:p>
        </p:txBody>
      </p:sp>
    </p:spTree>
    <p:extLst>
      <p:ext uri="{BB962C8B-B14F-4D97-AF65-F5344CB8AC3E}">
        <p14:creationId xmlns:p14="http://schemas.microsoft.com/office/powerpoint/2010/main" val="147830382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193EE-1442-49EE-ADEA-6ADEF4B0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D69D3-0E1B-4767-9552-87600DD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79AD-B15E-4D1E-B777-75BF16A2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DF01B-E49E-4704-8278-20D34B8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D30E2-17A8-4C7C-A820-B512683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C037F-7DB0-409A-A802-A1121928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79B0C-4EC8-4B78-A2CF-BE3BDE7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4BBEB-6B17-4C13-9F9F-A84FBE1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4B66D-8A59-4A0B-92EB-E490422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09656-B4B4-4F8D-8E2F-605AC37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EC90-DB6B-4BF6-B4F5-AB3F504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D8EB8-701D-41E0-AC0B-3F327F4A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357A9-775D-4134-A688-CBCFB49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8dc9a7a714fe1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8D477-A4EF-4242-A593-C4F19B4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D29B7-B227-4845-AAA8-EEF33249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9D159-B2D7-4B29-B451-654301AE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BE380-0029-4624-82B0-F05BEF7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EF425-1EAB-4076-9D5B-3A41293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40154-4EB1-4C7E-BA18-D32DAB0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1D2B-1ACC-4DD2-9368-599D80A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2F433-F13B-47A3-9892-6B3BAD4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Surprise Attack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36D49-3C0A-43C7-BB30-FDED3657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D2A5E-7B93-4ABF-BD84-32476B4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12717-D058-46CC-85C7-221F02DB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DCC85-A64B-4789-BF0E-D07C4DD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A43F8-F8C4-494D-BC46-2E75A7D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48BFD-8F1E-4F7C-8073-1104F5F8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51DD6-6042-4590-96D1-BCFAB9E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A2AE9-7AC3-48D1-99A9-92D9147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B2372-7304-413C-BB98-F943017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51</a:t>
            </a:r>
          </a:p>
        </p:txBody>
      </p:sp>
    </p:spTree>
    <p:extLst>
      <p:ext uri="{BB962C8B-B14F-4D97-AF65-F5344CB8AC3E}">
        <p14:creationId xmlns:p14="http://schemas.microsoft.com/office/powerpoint/2010/main" val="84570307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35E7E-C028-41E3-858C-996DE472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3882B-02B3-4764-9569-2F6E909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221E-209E-425B-8FDE-A72E3B9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B8E49-3DB0-43C6-8C71-44AEDFE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6D524-28EB-4798-884A-6FD23C0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368B5-AC15-4A24-9F78-A45CBC68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2A090-EE23-4544-BA94-D66F7298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85369-53A3-46D9-ACC6-A6FF98CB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70DCD-5883-4EDC-B28F-A3670B10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25017-CB9E-4E89-845F-D5DD0A72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98FF2-BED4-43ED-965C-E7BE58F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AD389-8CA6-4DD8-A7E7-24E82CE8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1E755-DF8D-4E59-971E-1A4AA93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0d3dc00974fa3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EB250-F3CC-41D2-90AC-6C9B43C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B7A9A-73DD-4A95-A3F2-FDEE11C6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B9B11-A1C0-4390-9E38-CB932D9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8C376-C216-4754-AE61-6423548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64195-8EEF-4EDA-AA18-0D9C96A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01DDF-E2C1-40E8-8EA7-162D28E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7936A-49E4-4B53-A5FE-00327AAE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6737D-CD69-4AB1-B918-C72088C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Starburst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FD968-D59F-477D-9250-7D3D2A0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5FDFE-E549-4B8F-A718-760810C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45B91-1E30-4C6B-9D20-10D29C9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F721F-B668-4D2F-BB1A-737C4AF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+2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7235B-37D1-4F04-89A4-A3C7482B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5A1C53-5E6D-422B-BF9B-01B71BC0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43142-19D1-4AD8-B04D-846B058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95F57-EB3D-4B75-AE06-6744793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3B95DF-3EF7-4602-98E1-8959A08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52</a:t>
            </a:r>
          </a:p>
        </p:txBody>
      </p:sp>
    </p:spTree>
    <p:extLst>
      <p:ext uri="{BB962C8B-B14F-4D97-AF65-F5344CB8AC3E}">
        <p14:creationId xmlns:p14="http://schemas.microsoft.com/office/powerpoint/2010/main" val="18008051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D36D1-4EDC-4806-B6C5-53361E5B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D49F6-4E1B-4913-BD65-9A942A90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02C5D-5883-44F9-9040-748C9E5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427D8-1AC1-4143-80A8-2A01A5D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6747-699A-4B3E-B226-9D467F0E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F85A0-7F81-4EC2-90BC-E6ED3AC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CBDC-ABE1-401B-A8A7-D231774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0DBB2-3D90-4F51-AF68-2E62E3E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D8904-523C-4D50-B4C6-B27EAA3E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53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7D8AA-DDD9-413F-9D65-B631A855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4E32B-3D2F-4A12-90ED-1B2B8B94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41BD4-6492-44F4-8C6B-01B91B8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B8462-CBD4-4E77-ABB2-EEAE1800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9de9c316b49c1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40A55-F335-4A02-A2BA-797E284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4241B-E5FA-4A16-8007-9EE3E5D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8222D-5608-4B3B-8AAC-5867A41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0F3B7-82EB-4175-8A98-9402C1A5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D4B24-8F54-4942-86D4-8E99906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ED62E-1A06-4707-B0D9-292943E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43F28-1D93-4435-8437-4FD134F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81306-134E-4C57-A038-B75B6371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 Freeze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8C216-93AB-4738-BAEB-C192FBBB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D4EF6-179E-4E33-9507-AD1A1249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62F6E-C104-4D9A-A354-8EFB3FA2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8FE38-E22F-49CB-A73A-F41FBD9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E9CBC-4488-41CE-A31A-3B8393B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1EFDE-DF43-41C3-B993-40CCED2B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D7915-1E87-4C2B-AD39-FE2CFEF9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EA54D-FEA4-4445-AB11-01C0BCE8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28C71-09F3-4F3D-8D6D-9A93F71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53</a:t>
            </a:r>
          </a:p>
        </p:txBody>
      </p:sp>
    </p:spTree>
    <p:extLst>
      <p:ext uri="{BB962C8B-B14F-4D97-AF65-F5344CB8AC3E}">
        <p14:creationId xmlns:p14="http://schemas.microsoft.com/office/powerpoint/2010/main" val="11675098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2A26F4-C8B5-4989-AB6E-E674484F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2E7B-D61B-4D9B-B082-FC4BE49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E38A-1447-461D-BA61-5F70B7ED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C36AB-D9D7-4AB7-BD65-64DE45C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3A328-AA25-4DEF-ADE8-1BF2D08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C2291-1C06-477D-A321-A1932E68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1E15C-0CD5-4E13-A76A-886BF8E5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8BFA6-4787-4C57-8C13-11BE38F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A3C33-C314-4EFC-A75D-40A35532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54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FD205-C3CA-453C-BAD6-5793A08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B0062-29A4-483C-9523-8CDC476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89D22-B0F1-4746-9CC1-4E68AC3C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E5A28-9626-410E-B52B-F1CD1799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fa050356046a9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5AC6F-22B1-4A71-91EF-1B912755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B712-7598-4043-9920-D3C270A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B7BCB-54F2-40D4-9527-CE4B1DB8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F01AE-944E-4262-AC7F-A1782CE4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DD09-0B64-4F0C-AEEB-A713A645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ED5D1-4B9C-4736-9DBA-1EC06FF8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4CCED-4343-4C6F-980B-8A7B2C7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66A7A-8A09-4BBB-82C3-94369C68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Super 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A87C7-A847-4F53-9AE7-EBB2466C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66C9A-879D-493D-ABFD-A1A195B2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D9514-1B64-4412-A6CF-30471FD0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5C1D0-B934-4D9C-8A67-0D5CD284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+3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55732-112C-49D3-90E4-C5B41EEE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0C9EE-3F3D-4F72-BC66-F164384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89602-D72F-4C7E-A203-D9768FA9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88452-FE6B-4571-9926-E9B40FA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C722E-F2C3-4E3B-9DFF-D6887068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54</a:t>
            </a:r>
          </a:p>
        </p:txBody>
      </p:sp>
    </p:spTree>
    <p:extLst>
      <p:ext uri="{BB962C8B-B14F-4D97-AF65-F5344CB8AC3E}">
        <p14:creationId xmlns:p14="http://schemas.microsoft.com/office/powerpoint/2010/main" val="90184862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EEF87-EEFA-4C33-B4BB-1FE0E06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CDD05-ACF7-4268-8080-BD88EF8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D8B2C-E2FE-43F9-9828-5BC2A3F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776BB-540F-4D0D-B34B-E14AA77D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CEFB5-7253-46C5-BD7F-178F8D4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FCBFC-35A7-4477-B6EC-236D89A3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5D3AC-E127-44EC-94CD-03B2F48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56764-1E47-43B7-9721-AA6F890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44E2F-E1A4-44B2-98DD-032C06A4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55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09A4A-AF86-4232-A13A-4A6DCB8B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CEF77-D25C-4450-96C0-E90BCF23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4ACBE-E7D4-4EFA-A9C2-05355164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83293-226C-4680-BB21-4D052CE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733b43ed4260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F95FE-220C-47F2-8355-E407E0AB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A4348-CC26-4ECC-8350-B71397B0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1B4D5-5257-4491-8FCE-B1E50188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63F56-7FAA-4585-A776-CC40DD6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00779-92E4-4924-B5B5-B9D4C5FA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45466-54D5-494C-9EF5-5CB7DD4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B2175-FD69-4D5F-BFF0-1B0ED59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88D1C-1FB7-4185-81DA-FA1E5B4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Poison Fang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B9DA7-2BE5-4332-B40A-E9CECE0D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9052D-ED16-47CC-8EFF-72CBFA92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5756E-0932-4458-9F4F-3FEA989E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8F458-99C9-4875-ADC0-3E8AF92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+4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E9025-6034-4074-933D-707E63B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E3E67-EE3F-4616-8DCA-1D23266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47694-E096-46DF-B261-60E3E278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1EE58-B690-4523-A2E7-C8F2E08B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68B3F0-55C0-45DF-94A6-348742C1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55</a:t>
            </a:r>
          </a:p>
        </p:txBody>
      </p:sp>
    </p:spTree>
    <p:extLst>
      <p:ext uri="{BB962C8B-B14F-4D97-AF65-F5344CB8AC3E}">
        <p14:creationId xmlns:p14="http://schemas.microsoft.com/office/powerpoint/2010/main" val="21845733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9E43CA-62D6-4DBA-B9AF-54F80C6E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A618F-407F-4513-98E9-3F19FAC4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A385C-84F9-458C-83B2-EAF07D7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1056-C3CA-4CC9-B1D4-7DB39E6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A376C-F8DF-4008-8534-E5FAC23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563B4-6E99-4D7B-92A4-F7DB235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0B8AE-4641-48B8-9DFA-A4D7CE48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74D7F-86C4-45B9-A73A-90B8143E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0F7D4-AD3A-4F04-BC30-8821DEC5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56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2C448-919C-44D6-B2B8-FC5B34F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C034E-3F99-4326-8374-B6CC707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33CD8-6A8B-4A29-A011-BB145F0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0AE35-B451-48AA-B6EB-5358A8C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0ab71cbdb486d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E23F7-F53A-45E1-8CD5-8439481E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2FCDC-9DA9-4CA8-A1F9-B51256D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8C656-A58C-4F40-909D-2DE0ECF5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F4177-92DC-4189-AA81-2F269B1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E6A84-65DA-4623-A7AF-3CDA145D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4CBBB-4E18-4916-92E7-ACB64573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E7869-F745-452C-A515-0044A48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5AE43-2870-4DDC-9E25-1F32356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Barbecue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C6C59-84FD-486D-A63C-81D8590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6C5B7-8C15-418C-89D3-D9DAC30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2D56C-8028-495E-A619-48117B69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66112-09D9-4BFC-A6EA-1F2667D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+5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55613-5BAB-408C-838A-386F65EB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46AA3-1D42-4046-8F41-2EFA405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C1D98-E2E9-42FE-A8F5-3D325464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3693D-91A3-461D-A3DC-C29EDED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4E654C-D2E4-423A-A55F-1FF43D1B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56</a:t>
            </a:r>
          </a:p>
        </p:txBody>
      </p:sp>
    </p:spTree>
    <p:extLst>
      <p:ext uri="{BB962C8B-B14F-4D97-AF65-F5344CB8AC3E}">
        <p14:creationId xmlns:p14="http://schemas.microsoft.com/office/powerpoint/2010/main" val="128556695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39B8AE-2D2E-4381-ABE9-0F29B2C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40733-E691-450A-B809-4F810C6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AC1B-0835-41F8-961E-6399C24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E45BB-B8D0-4A06-9A62-5E74FBE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B3502-663A-41A4-8A85-61952A1F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30462-E8E1-4251-93D1-F84FDB3E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A9242-2785-4B27-9655-FF167494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4C395-0FD9-438B-94CB-AEC5D9B6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1F62E-4AB6-400F-92D9-EBB8961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57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4BAE2-6634-44B6-A1A7-CE50C79F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7F8B3-7378-4FE8-89B6-1F607678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CC183-2D36-478E-9BAC-2E788F6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878C-2713-4828-B6BA-C290009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c1728dcee4b51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582E9-B2F5-434D-BE4D-9F6A39D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096FD-30F7-4296-B8AE-A8D41E4E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9F8E5-77BE-4C59-9C91-FCC03A2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A325E-383C-4756-8607-43E5F630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18BD4-1353-46DC-9BCB-1F118FF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67C52-A338-4074-B666-A767BE13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C5DE5-E0BB-4F27-B231-1836599F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B2856-1051-4252-A3B8-F77BA06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CBF41-43D0-493C-9813-EA6357D2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6108B-B829-4CD5-9E4D-847639B2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B90B4-8168-4D75-85B1-5690801E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D449D-99D3-4E32-A3A1-3867838C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+7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94EE5-CFF1-445F-BA69-88CD3B4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8545C-4568-40CA-B6F4-DD5C427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62348-E0BB-4584-AB42-6DDEC8EF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3D31BE-311C-468C-B764-B9E8C557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308A8-E7ED-4F8F-A613-56FBA8A8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57</a:t>
            </a:r>
          </a:p>
        </p:txBody>
      </p:sp>
    </p:spTree>
    <p:extLst>
      <p:ext uri="{BB962C8B-B14F-4D97-AF65-F5344CB8AC3E}">
        <p14:creationId xmlns:p14="http://schemas.microsoft.com/office/powerpoint/2010/main" val="343397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80BC2-63B7-4FEC-9EF9-14A27EEA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AAFAA-1911-48B1-A8D6-E30A2611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9D384-5429-4C18-A53F-DD247ED0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7E86-C20F-4A2B-947C-150363B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532EF-38D5-4FC0-9904-32B3665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D9030-1A0A-49B6-8F36-2964DA9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64CDA-22FB-47DF-BF69-0D46B8A6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475EB-954A-456D-995C-103A0C7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6D89-1086-4C34-BB7C-FBFB558B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58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E9C09-CCB6-4256-8E87-89D9CDC5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3C9F2-364C-4375-8B5D-1D43C15A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1F40F-0F34-45BD-B814-2E07B26B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6436F-AD38-47CD-A3FF-04EF4D6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524b1b3134b34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E50FC-AE5A-42DD-9D31-726A69D8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2960C-8076-4547-9653-E15D308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333C1-EAA6-49C7-AE61-56AADB1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61750-E039-4E90-A289-1CB56B79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DE010-FE09-40E3-804B-106235A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23A19-1EAE-462F-9BFA-0238437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35684-DCE6-4476-88AA-1F85954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ADA3B-6AD0-4F34-94F3-67ACE3D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Warrior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9A1EB-9013-47ED-A7D0-B88872AA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AE26D-350C-4A37-BCA4-74ACB30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A1760-C625-4A0D-B5BE-0B48C3CD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4B388-5D40-41BB-BC54-3DEA509D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+8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5C4EB-014D-4C63-92A6-39FE8737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38229-BBDB-4DED-A6F3-AB8D434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F385A-3BD2-4578-A711-B1F6E83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AE370-8036-40D3-B88A-4401EC6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8FDF5F-4648-4ACA-BF1A-8D09B89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58</a:t>
            </a:r>
          </a:p>
        </p:txBody>
      </p:sp>
    </p:spTree>
    <p:extLst>
      <p:ext uri="{BB962C8B-B14F-4D97-AF65-F5344CB8AC3E}">
        <p14:creationId xmlns:p14="http://schemas.microsoft.com/office/powerpoint/2010/main" val="106193046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0A9CA-9F2B-4E05-822B-9CF1DFC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6AEDD-4619-4C3C-ABAF-042C1742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088A5-084A-49EE-AD9F-743D8DC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15607-4396-4FE0-AD9B-7303B3B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9B776-2126-4464-BB6D-EF45446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271C7-BED4-4D18-B7FE-B9A64CF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E3175-F5E0-4CD7-BBE0-A1DE9B38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420B5-5AA3-47B6-852B-87AF510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7883B-0695-4733-A2E4-223B698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59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FBB66-25C2-4A96-B5BF-7D315E4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173A7-E687-4DD8-A103-0DF848A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83D75B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CE461-D071-4069-A854-9D7072E0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7A5A7-D368-4100-9F04-B51B0848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83D75B">
              <a:alpha val="12000"/>
            </a:srgbClr>
          </a:solidFill>
          <a:ln xmlns:a="http://schemas.openxmlformats.org/drawingml/2006/main" w="9525">
            <a:solidFill>
              <a:srgbClr val="83D75B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af1bf546a45a8"/>
          <a:stretch xmlns:a="http://schemas.openxmlformats.org/drawingml/2006/main"/>
        </p:blipFill>
        <p:spPr>
          <a:xfrm xmlns:a="http://schemas.openxmlformats.org/drawingml/2006/main">
            <a:off x="1524821" y="1428750"/>
            <a:ext cx="2379608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0BAEC-62F8-4E25-AAC4-8F4AC0B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B61DA-7B5D-412D-A5BA-46249C3C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14589-6159-4424-8296-AFAC4653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511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D17CB-D448-45CA-9B05-D02723EE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FEEDB-949F-4A54-87FC-7419E6DA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FE60E-B4BD-4A15-99DA-2A4730E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8D195-6680-4B1B-BA5F-D0E0237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A169A-8255-4FA9-B50A-EA85DD56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Arachna Power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4C09E-1B56-4D2A-8609-2E61452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D75B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E9084-ACB0-4174-B136-CB88F35E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E4D32-06E4-44FD-BDEC-A08BB273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C020B-E0EB-4FD3-B06E-27C8D354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+10 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E68F6-6B55-4977-B017-AC05BED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83D75B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23519-A566-4535-A9CD-712A078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3D75B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A5C3A-5E49-41CE-85CF-FBD32639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D76FA-1C08-4B42-97B7-3731984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0936F2-CA46-4ED1-A2EB-BA54661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59</a:t>
            </a:r>
          </a:p>
        </p:txBody>
      </p:sp>
    </p:spTree>
    <p:extLst>
      <p:ext uri="{BB962C8B-B14F-4D97-AF65-F5344CB8AC3E}">
        <p14:creationId xmlns:p14="http://schemas.microsoft.com/office/powerpoint/2010/main" val="73669329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2C022-0825-4EA6-927C-801878F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76AB7-3388-465A-BC48-0776954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51F10-FB84-4C9C-BFEC-C5CF7F66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648C1-DD0B-4CF5-BDAC-53FB3C1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F4056-740C-4BEA-B947-1EFB0B17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1457C-EBF5-4004-9085-5ACD436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18AEB-FF93-4559-9EB0-46EB4BE2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F8F67-C363-4668-A8B9-463970A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38C2D-84E4-4E07-8ADC-197205C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60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AD092-814D-472A-A74F-208C64A7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421E2-BAA4-4230-B343-E87A9BF9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76A8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57606-1CE4-401D-9EC6-D1988EF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F5DC0-D7DF-4281-A649-F14CE2FD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76A8FF">
              <a:alpha val="12000"/>
            </a:srgbClr>
          </a:solidFill>
          <a:ln xmlns:a="http://schemas.openxmlformats.org/drawingml/2006/main" w="9525">
            <a:solidFill>
              <a:srgbClr val="76A8F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29e54f4574ae4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90618-AEF9-4424-9259-B595EA7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876C6-3B54-463E-AA73-649C64AE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8FC73-5170-4175-B4AA-8576CE99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600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D0574-0C3F-4117-B600-8F3AC47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F738A-ABC1-4BAC-9534-AED2D4B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1CBD9-4C82-4CE7-BE40-EF0D331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E3FDD-A728-4E8F-82D2-3494F0E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0B0E9-965D-4DA2-938F-45A30676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Red Oracle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0ED92-3239-43AE-B141-8900954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180FB-3DD5-49C9-98C6-144394D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0404A-E614-4C5A-8289-D24D451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8CFF6-3341-4F34-83C7-B86D6F98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Merge 2 Equipment weapon cards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0AA98-FF22-4B65-91BA-3416AF3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76A8F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1A45C-F2A1-4B0A-B0F3-AC8316F3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9A874-1C87-4108-B15B-387F521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D493B-3ECD-4368-ACA6-1FBB158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5D94C-9924-4651-A402-65985344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60</a:t>
            </a:r>
          </a:p>
        </p:txBody>
      </p:sp>
    </p:spTree>
    <p:extLst>
      <p:ext uri="{BB962C8B-B14F-4D97-AF65-F5344CB8AC3E}">
        <p14:creationId xmlns:p14="http://schemas.microsoft.com/office/powerpoint/2010/main" val="57599678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755824-5998-4C89-9428-0B58EC3C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9CD64-691B-4E92-B24F-D4C16A76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FE766-B19D-4B02-A7A4-B9EF13F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DB61F-1EAC-4F1D-9C22-44A6264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C3934-0570-44DE-946C-B4C5D540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2EDD-8601-4EFA-B2A3-F48170D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9DAA8-317C-453A-965B-4FF8294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AB7B-4665-448C-8C7D-3E973B66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38FD8-C423-47FA-A2C9-60FC662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61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07C54-84B2-4415-8BE1-7F1EE65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2FE36-29BC-4A8A-899C-994ECF82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76A8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17E1-5331-443C-A3C2-160180A3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5A0D9-A26B-492C-821E-769D35F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76A8FF">
              <a:alpha val="12000"/>
            </a:srgbClr>
          </a:solidFill>
          <a:ln xmlns:a="http://schemas.openxmlformats.org/drawingml/2006/main" w="9525">
            <a:solidFill>
              <a:srgbClr val="76A8FF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9d69a974b42ca"/>
          <a:stretch xmlns:a="http://schemas.openxmlformats.org/drawingml/2006/main"/>
        </p:blipFill>
        <p:spPr>
          <a:xfrm xmlns:a="http://schemas.openxmlformats.org/drawingml/2006/main">
            <a:off x="1482328" y="1428750"/>
            <a:ext cx="2464594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FCE6A-5CFF-431F-BCEA-F353D3EE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D392D-0BCB-40FF-818F-4508A596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C6C7A-FB0E-46EC-9148-DA16571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601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F0639-C3B2-448C-B618-389CA7D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197E2-9FD0-419A-BF0A-4B49C37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7288C-E5E7-45ED-843B-EF37054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39F87-E9A0-4A3D-9712-A9026710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CE769-DABE-4114-A46A-2DFF432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Green Oracle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AA764-1A83-48DB-968C-60923F9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A8FF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9E10B-81E5-4ACB-A80E-0890114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B15A9-2C4B-42F6-94C9-9996D9DB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5E368-4825-495E-A327-E9D92316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Merge 2 Equipment defense cards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E1CCA-325E-486D-948F-3C6C5D0E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76A8FF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D2006-B2BE-4961-AF4D-3DA24CE0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6A8FF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3EEA30-845B-4326-AECF-5C2480A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9B77F9-DAEB-4189-AD6C-40ADB841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8EC55-27D8-4B60-A90B-158532CE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61</a:t>
            </a:r>
          </a:p>
        </p:txBody>
      </p:sp>
    </p:spTree>
    <p:extLst>
      <p:ext uri="{BB962C8B-B14F-4D97-AF65-F5344CB8AC3E}">
        <p14:creationId xmlns:p14="http://schemas.microsoft.com/office/powerpoint/2010/main" val="105145201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9D361-CFC9-448B-903A-4552FF82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1A248-97A7-4D16-8B1A-615B6CCD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F5D88-6DAE-4ABE-8BD9-EED88AD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B657-7EEB-49E6-8937-C4BA5802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13811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D2AAB-6CA6-4362-9A87-E0D63BB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08586-520B-425E-AE49-D8A49B3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A8B3C-94CC-4895-901C-1AE2B36C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B3899-76AC-4FC7-9273-3C592F2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ARACHNA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F01DA-07DA-46AD-9990-83BDF29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FB5D1"/>
                </a:solidFill>
                <a:latin typeface="Helvetica Neue"/>
                <a:ea typeface="Helvetica Neue"/>
                <a:cs typeface="Helvetica Neue"/>
              </a:rPr>
              <a:t>62 / 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F1FB3-7DBB-4DCF-AB18-07CD4C0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708F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B8083-7AAA-4D5C-9867-A559F9C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095750" cy="50482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19050">
            <a:solidFill>
              <a:srgbClr val="F0D66A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7100B-AF48-4266-9378-1FE37C3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28725"/>
            <a:ext cx="36957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1120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5749E-7AA3-4679-9123-A8451ECE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62075"/>
            <a:ext cx="3429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0D66A">
              <a:alpha val="12000"/>
            </a:srgbClr>
          </a:solidFill>
          <a:ln xmlns:a="http://schemas.openxmlformats.org/drawingml/2006/main" w="9525">
            <a:solidFill>
              <a:srgbClr val="F0D66A">
                <a:alpha val="5200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95ce4bef746fd"/>
          <a:stretch xmlns:a="http://schemas.openxmlformats.org/drawingml/2006/main"/>
        </p:blipFill>
        <p:spPr>
          <a:xfrm xmlns:a="http://schemas.openxmlformats.org/drawingml/2006/main">
            <a:off x="1143000" y="1478207"/>
            <a:ext cx="3143250" cy="2901462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FED51-81A9-4204-9BB2-AE073CB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D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102AD-96A2-416E-885A-8F61773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61326"/>
                </a:solidFill>
                <a:latin typeface="Helvetica Neue"/>
                <a:ea typeface="Helvetica Neue"/>
                <a:cs typeface="Helvetica Neue"/>
              </a:rPr>
              <a:t>BATTLE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696D2-EB39-4DC0-BD9D-2CFAD3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EDA"/>
                </a:solidFill>
                <a:latin typeface="Helvetica Neue"/>
                <a:ea typeface="Helvetica Neue"/>
                <a:cs typeface="Helvetica Neue"/>
              </a:rPr>
              <a:t>FLASH ID SYS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466C-7AC3-4992-AE01-E5A954A5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7E9ABB"/>
                </a:solidFill>
                <a:latin typeface="Helvetica Neue"/>
                <a:ea typeface="Helvetica Neue"/>
                <a:cs typeface="Helvetica Neue"/>
              </a:rPr>
              <a:t>ORIGINAL ART · ARCHIVE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DF6B6-C9C3-48D6-A282-EFCD24F0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7290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8A5E1-A998-428A-9555-9FF6221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41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BA9"/>
                </a:solidFill>
                <a:latin typeface="Helvetica Neue"/>
                <a:ea typeface="Helvetica Neue"/>
                <a:cs typeface="Helvetica Neue"/>
              </a:rPr>
              <a:t>LOCAL FLASH ASSET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D4305-4FF5-4D6D-852E-4F11506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D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D66A"/>
                </a:solidFill>
                <a:latin typeface="Helvetica Neue"/>
                <a:ea typeface="Helvetica Neue"/>
                <a:cs typeface="Helvetica Neue"/>
              </a:rPr>
              <a:t>BATTLE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FB985-D9E3-410C-84A3-F7E26151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Dice Modifier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C3055-49E8-45A9-AD41-C76A0BA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D66A">
                <a:alpha val="7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D69B3-FFDD-4B0D-AB75-04B47E7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1A9C8"/>
                </a:solidFill>
                <a:latin typeface="Helvetica Neue"/>
                <a:ea typeface="Helvetica Neue"/>
                <a:cs typeface="Helvetica Neue"/>
              </a:rPr>
              <a:t>ORIGINAL FLASH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49FFA-D569-4E1C-A866-43F21B0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429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53E"/>
          </a:solidFill>
          <a:ln xmlns:a="http://schemas.openxmlformats.org/drawingml/2006/main" w="9525">
            <a:solidFill>
              <a:srgbClr val="3351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BC136-5B33-4F54-871F-1EDC1AB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Flash battle UI modifier token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F3650-4E71-43C0-B72A-8637816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42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F0D66A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8D926-44E6-4201-AEFF-94D2FF79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24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0D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0D66A"/>
                </a:solidFill>
                <a:latin typeface="Helvetica Neue"/>
                <a:ea typeface="Helvetica Neue"/>
                <a:cs typeface="Helvetica Neue"/>
              </a:rPr>
              <a:t>Design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2A932-8CEA-4E70-AEEC-E00D9426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483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8D5E8"/>
                </a:solidFill>
                <a:latin typeface="Helvetica Neue"/>
                <a:ea typeface="Helvetica Neue"/>
                <a:cs typeface="Helvetica Neue"/>
              </a:rPr>
              <a:t>Original card illustration retained; presentation frame is a non-destructive archive redesign.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6369D-269D-4CE7-ABC9-05A5AFE2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SPIDER RIDERS · BATTLE FOR ARACHNA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D447A6-0C67-445F-8969-3BDCD63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96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57F9F"/>
                </a:solidFill>
                <a:latin typeface="Helvetica Neue"/>
                <a:ea typeface="Helvetica Neue"/>
                <a:cs typeface="Helvetica Neue"/>
              </a:rPr>
              <a:t>COLLECTION POSITION 62</a:t>
            </a:r>
          </a:p>
        </p:txBody>
      </p:sp>
    </p:spTree>
    <p:extLst>
      <p:ext uri="{BB962C8B-B14F-4D97-AF65-F5344CB8AC3E}">
        <p14:creationId xmlns:p14="http://schemas.microsoft.com/office/powerpoint/2010/main" val="1614980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2026-09-16T05:09:45.8080000Z</dcterms:created>
  <dcterms:modified xsi:type="dcterms:W3CDTF">2026-09-16T05:09:45.8080000Z</dcterms:modified>
</coreProperties>
</file>